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b66fd8654644b5c" /><Relationship Type="http://schemas.openxmlformats.org/officeDocument/2006/relationships/extended-properties" Target="/docProps/app.xml" Id="R1254a7011d8b4a29" /><Relationship Type="http://schemas.openxmlformats.org/officeDocument/2006/relationships/officeDocument" Target="/ppt/presentation.xml" Id="R3f3a436fd91748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a0efb64ea94e8d"/>
  </p:sldMasterIdLst>
  <p:notesMasterIdLst>
    <p:notesMasterId xmlns:r="http://schemas.openxmlformats.org/officeDocument/2006/relationships" r:id="R77a609535c554662"/>
  </p:notesMasterIdLst>
  <p:sldIdLst>
    <p:sldId xmlns:r="http://schemas.openxmlformats.org/officeDocument/2006/relationships" id="256" r:id="R3f62dcfe0c6647b3"/>
    <p:sldId xmlns:r="http://schemas.openxmlformats.org/officeDocument/2006/relationships" id="257" r:id="R94290649a728487a"/>
    <p:sldId xmlns:r="http://schemas.openxmlformats.org/officeDocument/2006/relationships" id="258" r:id="R7d474fd6ce2e4ef8"/>
    <p:sldId xmlns:r="http://schemas.openxmlformats.org/officeDocument/2006/relationships" id="259" r:id="Rea0714d415954156"/>
    <p:sldId xmlns:r="http://schemas.openxmlformats.org/officeDocument/2006/relationships" id="260" r:id="Rd4c1fe32e52c4965"/>
    <p:sldId xmlns:r="http://schemas.openxmlformats.org/officeDocument/2006/relationships" id="261" r:id="R0d8fb9a7ecee44eb"/>
    <p:sldId xmlns:r="http://schemas.openxmlformats.org/officeDocument/2006/relationships" id="262" r:id="Ra67f8d5dc89f4674"/>
    <p:sldId xmlns:r="http://schemas.openxmlformats.org/officeDocument/2006/relationships" id="263" r:id="R2beed40e0801450f"/>
    <p:sldId xmlns:r="http://schemas.openxmlformats.org/officeDocument/2006/relationships" id="264" r:id="R5f58fb6ec90040cd"/>
    <p:sldId xmlns:r="http://schemas.openxmlformats.org/officeDocument/2006/relationships" id="265" r:id="Rb9b030994ded494c"/>
    <p:sldId xmlns:r="http://schemas.openxmlformats.org/officeDocument/2006/relationships" id="266" r:id="R28a363dbcb13487b"/>
    <p:sldId xmlns:r="http://schemas.openxmlformats.org/officeDocument/2006/relationships" id="267" r:id="Rddd3d53c8487408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c4a83c7b4314b40" /><Relationship Type="http://schemas.openxmlformats.org/officeDocument/2006/relationships/slideMaster" Target="/ppt/slideMasters/slideMaster1.xml" Id="R51a0efb64ea94e8d" /><Relationship Type="http://schemas.openxmlformats.org/officeDocument/2006/relationships/notesMaster" Target="/ppt/notesMasters/notesMaster1.xml" Id="R77a609535c554662" /><Relationship Type="http://schemas.openxmlformats.org/officeDocument/2006/relationships/presProps" Target="/ppt/presProps.xml" Id="R4fb636e4fda649c6" /><Relationship Type="http://schemas.openxmlformats.org/officeDocument/2006/relationships/tableStyles" Target="/ppt/tableStyles.xml" Id="R4b027fcce3034002" /><Relationship Type="http://schemas.openxmlformats.org/officeDocument/2006/relationships/slide" Target="/ppt/slides/slide1.xml" Id="R3f62dcfe0c6647b3" /><Relationship Type="http://schemas.openxmlformats.org/officeDocument/2006/relationships/slide" Target="/ppt/slides/slide2.xml" Id="R94290649a728487a" /><Relationship Type="http://schemas.openxmlformats.org/officeDocument/2006/relationships/slide" Target="/ppt/slides/slide3.xml" Id="R7d474fd6ce2e4ef8" /><Relationship Type="http://schemas.openxmlformats.org/officeDocument/2006/relationships/slide" Target="/ppt/slides/slide4.xml" Id="Rea0714d415954156" /><Relationship Type="http://schemas.openxmlformats.org/officeDocument/2006/relationships/slide" Target="/ppt/slides/slide5.xml" Id="Rd4c1fe32e52c4965" /><Relationship Type="http://schemas.openxmlformats.org/officeDocument/2006/relationships/slide" Target="/ppt/slides/slide6.xml" Id="R0d8fb9a7ecee44eb" /><Relationship Type="http://schemas.openxmlformats.org/officeDocument/2006/relationships/slide" Target="/ppt/slides/slide7.xml" Id="Ra67f8d5dc89f4674" /><Relationship Type="http://schemas.openxmlformats.org/officeDocument/2006/relationships/slide" Target="/ppt/slides/slide8.xml" Id="R2beed40e0801450f" /><Relationship Type="http://schemas.openxmlformats.org/officeDocument/2006/relationships/slide" Target="/ppt/slides/slide9.xml" Id="R5f58fb6ec90040cd" /><Relationship Type="http://schemas.openxmlformats.org/officeDocument/2006/relationships/slide" Target="/ppt/slides/slide10.xml" Id="Rb9b030994ded494c" /><Relationship Type="http://schemas.openxmlformats.org/officeDocument/2006/relationships/slide" Target="/ppt/slides/slide11.xml" Id="R28a363dbcb13487b" /><Relationship Type="http://schemas.openxmlformats.org/officeDocument/2006/relationships/slide" Target="/ppt/slides/slide12.xml" Id="Rddd3d53c848740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7740c2b29b47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6B173D"/>
      </a:accent1>
      <a:accent2>
        <a:srgbClr val="B79961"/>
      </a:accent2>
      <a:accent3>
        <a:srgbClr val="B79961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Libre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prstDash val="solid"/>
        </a:ln>
        <a:ln w="6350">
          <a:prstDash val="solid"/>
        </a:ln>
        <a:ln w="63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6c420df872a439b" /><Relationship Type="http://schemas.openxmlformats.org/officeDocument/2006/relationships/notesMaster" Target="/ppt/notesMasters/notesMaster1.xml" Id="Rfeaffd80f3b546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da2ca0847c34362" /><Relationship Type="http://schemas.openxmlformats.org/officeDocument/2006/relationships/notesMaster" Target="/ppt/notesMasters/notesMaster1.xml" Id="Rbc7565fa5a0648b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6c40e4098b4633" /><Relationship Type="http://schemas.openxmlformats.org/officeDocument/2006/relationships/notesMaster" Target="/ppt/notesMasters/notesMaster1.xml" Id="R84fb5aaa073d4b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4dc92b63804448" /><Relationship Type="http://schemas.openxmlformats.org/officeDocument/2006/relationships/notesMaster" Target="/ppt/notesMasters/notesMaster1.xml" Id="R4b1bfe3e77aa45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9ada25227f4a43" /><Relationship Type="http://schemas.openxmlformats.org/officeDocument/2006/relationships/notesMaster" Target="/ppt/notesMasters/notesMaster1.xml" Id="R4ca14b13cf1641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091acc41bd4887" /><Relationship Type="http://schemas.openxmlformats.org/officeDocument/2006/relationships/notesMaster" Target="/ppt/notesMasters/notesMaster1.xml" Id="R17663dac6ebf443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c3c03e2af6e450f" /><Relationship Type="http://schemas.openxmlformats.org/officeDocument/2006/relationships/notesMaster" Target="/ppt/notesMasters/notesMaster1.xml" Id="R318b18342846407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bc92bcbbb7b4727" /><Relationship Type="http://schemas.openxmlformats.org/officeDocument/2006/relationships/notesMaster" Target="/ppt/notesMasters/notesMaster1.xml" Id="Rb620d98c756343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b1eb3d3f77459a" /><Relationship Type="http://schemas.openxmlformats.org/officeDocument/2006/relationships/notesMaster" Target="/ppt/notesMasters/notesMaster1.xml" Id="R57e62588deb744e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d6313da6d4a44ad" /><Relationship Type="http://schemas.openxmlformats.org/officeDocument/2006/relationships/notesMaster" Target="/ppt/notesMasters/notesMaster1.xml" Id="R7fe5f64287484b3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1bc6fb86f2f455b" /><Relationship Type="http://schemas.openxmlformats.org/officeDocument/2006/relationships/notesMaster" Target="/ppt/notesMasters/notesMaster1.xml" Id="Rd025962cfa9a47b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bace4611a5e4f77" /><Relationship Type="http://schemas.openxmlformats.org/officeDocument/2006/relationships/notesMaster" Target="/ppt/notesMasters/notesMaster1.xml" Id="Rb7ea48e326474e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t>Open with SDM foundations; Aedes aegypti in Brazil is the applied example, not the starting point.</a:t>
            </a:r>
          </a:p>
          <a:p xmlns:a="http://schemas.openxmlformats.org/drawingml/2006/main">
            <a:pPr indent="0" algn="l">
              <a:buNone/>
            </a:pPr>
            <a:r>
              <a:t>[Sources] University CERI template; workshop SDM materials.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Foundation slide: define the SDM workflow before introducing a disease vector.</a:t>
            </a:r>
          </a:p>
          <a:p xmlns:a="http://schemas.openxmlformats.org/drawingml/2006/main">
            <a:r>
              <a:t>[Sources] Concept adapted from Lecture1_12Juin17.pdf pages 3 and 57-58.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Clarifies the distinction between environmental suitability and observed distribution.</a:t>
            </a:r>
          </a:p>
          <a:p xmlns:a="http://schemas.openxmlformats.org/drawingml/2006/main">
            <a:r>
              <a:t>[Sources] Concept adapted from Lecture1_12Juin17.pdf pages 7-15.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Aedes aegypti only after the method has been defined.</a:t>
            </a:r>
          </a:p>
          <a:p xmlns:a="http://schemas.openxmlformats.org/drawingml/2006/main">
            <a:r>
              <a:t>[Sources] Workshop GBIF occurrence map.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Data cleaning slide for the GBIF part of the live script.</a:t>
            </a:r>
          </a:p>
          <a:p xmlns:a="http://schemas.openxmlformats.org/drawingml/2006/main">
            <a:r>
              <a:t>[Sources] Workshop GBIF occurrence map and 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Predictor slide for the environmental raster section of the script.</a:t>
            </a:r>
          </a:p>
          <a:p xmlns:a="http://schemas.openxmlformats.org/drawingml/2006/main">
            <a:r>
              <a:t>[Sources] Workshop environmental raster derived from cached WorldClim predictors.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Prepares participants for the biomod2 formatting call.</a:t>
            </a:r>
          </a:p>
          <a:p xmlns:a="http://schemas.openxmlformats.org/drawingml/2006/main">
            <a:r>
              <a:t>[Sources] Pseudo-absence concept adapted from Lecture1_12Juin17.pdf pages 106-109.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Explains why the workshop runs GLM, GBM, and RF.</a:t>
            </a:r>
          </a:p>
          <a:p xmlns:a="http://schemas.openxmlformats.org/drawingml/2006/main">
            <a:r>
              <a:t>[Sources] Algorithm framing adapted from Lecture1_12Juin17.pdf pages 45-56.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Connects to metric.eval in BIOMOD_Modeling().</a:t>
            </a:r>
          </a:p>
          <a:p xmlns:a="http://schemas.openxmlformats.org/drawingml/2006/main">
            <a:r>
              <a:t>[Sources] Evaluation concepts adapted from Lecture1_12Juin17.pdf pages 59-74.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Interpret variable importance from biomod2.</a:t>
            </a:r>
          </a:p>
          <a:p xmlns:a="http://schemas.openxmlformats.org/drawingml/2006/main">
            <a:r>
              <a:t>[Sources] Workshop-generated variable importance plot.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Connects BIOMOD_Projection and BIOMOD_EnsembleForecasting to the final maps.</a:t>
            </a:r>
          </a:p>
          <a:p xmlns:a="http://schemas.openxmlformats.org/drawingml/2006/main">
            <a:r>
              <a:t>[Sources] Workshop-generated suitability maps.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Closing slide before the live R tutorial.</a:t>
            </a:r>
          </a:p>
          <a:p xmlns:a="http://schemas.openxmlformats.org/drawingml/2006/main">
            <a:r>
              <a:t>[Sources] Workshop model output and interpretation prompts.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9163f751ed4d6d" /><Relationship Type="http://schemas.openxmlformats.org/officeDocument/2006/relationships/image" Target="/ppt/media/image.png" Id="Raed33602ca6346f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db21909b08486b" /><Relationship Type="http://schemas.openxmlformats.org/officeDocument/2006/relationships/image" Target="/ppt/media/image.png" Id="Ra49983bc94a044d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2f27f409874d94" /><Relationship Type="http://schemas.openxmlformats.org/officeDocument/2006/relationships/image" Target="/ppt/media/image.png" Id="Rbd0772c0f526426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2e5ca780604f48" /><Relationship Type="http://schemas.openxmlformats.org/officeDocument/2006/relationships/image" Target="/ppt/media/image.png" Id="R0f831782a6a044a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19dce1646247e7" /><Relationship Type="http://schemas.openxmlformats.org/officeDocument/2006/relationships/image" Target="/ppt/media/image.png" Id="R0407d0816a874bb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4022c178b349e2" /><Relationship Type="http://schemas.openxmlformats.org/officeDocument/2006/relationships/image" Target="/ppt/media/image.png" Id="R09383c268bf04e6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97575074e04d71" /><Relationship Type="http://schemas.openxmlformats.org/officeDocument/2006/relationships/image" Target="/ppt/media/image.png" Id="R47fb3283f23b417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555ee74f314d5b" /><Relationship Type="http://schemas.openxmlformats.org/officeDocument/2006/relationships/image" Target="/ppt/media/image.png" Id="R8a28fef13e6a433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5a85f56acd49c3" /><Relationship Type="http://schemas.openxmlformats.org/officeDocument/2006/relationships/image" Target="/ppt/media/image.png" Id="Rb6481262f164462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7f8841ff1c474e" /><Relationship Type="http://schemas.openxmlformats.org/officeDocument/2006/relationships/image" Target="/ppt/media/image.png" Id="Ra70ad7b77d5242d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19a926a4e84f68" /><Relationship Type="http://schemas.openxmlformats.org/officeDocument/2006/relationships/image" Target="/ppt/media/image.png" Id="R615ae791617e42bf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179a0668874dd7" /><Relationship Type="http://schemas.openxmlformats.org/officeDocument/2006/relationships/image" Target="/ppt/media/image.png" Id="Ra6aa3c591df74bef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4f5bb6b04842a0" /><Relationship Type="http://schemas.openxmlformats.org/officeDocument/2006/relationships/image" Target="/ppt/media/image.png" Id="R5f5012e095294316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5393d0f17c48e9" /><Relationship Type="http://schemas.openxmlformats.org/officeDocument/2006/relationships/image" Target="/ppt/media/image.png" Id="R0f76fa782d4f46a3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248d15705840ad" /><Relationship Type="http://schemas.openxmlformats.org/officeDocument/2006/relationships/image" Target="/ppt/media/image.png" Id="R7d5b9b40c9ad4bee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25fba4fe224206" /><Relationship Type="http://schemas.openxmlformats.org/officeDocument/2006/relationships/image" Target="/ppt/media/image.png" Id="Rb1a734ac035f4d3b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a563ff78654c85" /><Relationship Type="http://schemas.openxmlformats.org/officeDocument/2006/relationships/image" Target="/ppt/media/image.png" Id="R1db600435e154778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ba06a248764db5" /><Relationship Type="http://schemas.openxmlformats.org/officeDocument/2006/relationships/image" Target="/ppt/media/image.png" Id="R936bed5fc7e34ca7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455eeac50b4001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e2dbdfbf6742f4" /><Relationship Type="http://schemas.openxmlformats.org/officeDocument/2006/relationships/image" Target="/ppt/media/image.png" Id="R4c5b40475f7646ee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a5e699ae8944da" /><Relationship Type="http://schemas.openxmlformats.org/officeDocument/2006/relationships/image" Target="/ppt/media/image.png" Id="R9ada0b2d53894acd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b3b94ed7ca4d0b" /><Relationship Type="http://schemas.openxmlformats.org/officeDocument/2006/relationships/image" Target="/ppt/media/image.png" Id="R307e8bca32c14193" /></Relationships>
</file>

<file path=ppt/slideLayouts/slideLayout1.xml><?xml version="1.0" encoding="utf-8"?>
<p:sldLayout xmlns:p="http://schemas.openxmlformats.org/presentationml/2006/main" type="blank" preserve="1">
  <p:cSld name="Master1-Office-Theme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1487F42E-9B2A-4812-A61F-45EE83AF7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700117A-F259-4147-9EC5-04F32382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17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E53AD9A6-0DFB-48B4-A975-BD31168AD8BB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340200" y="1708200"/>
            <a:ext cx="11511360" cy="478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91440" tIns="45720" rIns="91440" bIns="45720" anchor="t">
            <a:normAutofit/>
          </a:bodyPr>
          <a:lstStyle xmlns:a="http://schemas.openxmlformats.org/drawingml/2006/main">
            <a:lvl1pPr marL="228600" indent="-228600" algn="l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/>
              <a:buChar char=""/>
              <a:defRPr sz="2400" b="0" u="none">
                <a:solidFill>
                  <a:srgbClr val="4D5356"/>
                </a:solidFill>
                <a:latin typeface="Trebuchet MS"/>
                <a:ea typeface="Trebuchet MS"/>
                <a:cs typeface="Trebuchet MS"/>
              </a:defRPr>
            </a:lvl1pPr>
            <a:lvl2pPr marL="685800" indent="-228600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defRPr sz="2200" b="0" u="none">
                <a:solidFill>
                  <a:srgbClr val="4D5356"/>
                </a:solidFill>
                <a:latin typeface="Trebuchet MS"/>
                <a:ea typeface="Trebuchet MS"/>
                <a:cs typeface="Trebuchet MS"/>
              </a:defRPr>
            </a:lvl2pPr>
            <a:lvl3pPr marL="1143000" indent="-228600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4D5356"/>
                </a:solidFill>
                <a:latin typeface="Trebuchet MS"/>
                <a:ea typeface="Trebuchet MS"/>
                <a:cs typeface="Trebuchet MS"/>
              </a:defRPr>
            </a:lvl3pPr>
            <a:lvl4pPr marL="1600200" indent="-228600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defRPr sz="1800" b="0" u="none">
                <a:solidFill>
                  <a:srgbClr val="4D5356"/>
                </a:solidFill>
                <a:latin typeface="Trebuchet MS"/>
                <a:ea typeface="Trebuchet MS"/>
                <a:cs typeface="Trebuchet MS"/>
              </a:defRPr>
            </a:lvl4pPr>
            <a:lvl5pPr marL="2057400" indent="-228600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defRPr sz="1800" b="0" u="none">
                <a:solidFill>
                  <a:srgbClr val="4D5356"/>
                </a:solidFill>
                <a:latin typeface="Trebuchet MS"/>
                <a:ea typeface="Trebuchet MS"/>
                <a:cs typeface="Trebuchet MS"/>
              </a:defRPr>
            </a:lvl5pPr>
          </a:lstStyle>
          <a:p xmlns:a="http://schemas.openxmlformats.org/drawingml/2006/main">
            <a:pPr marL="228600" indent="-228600" algn="l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400" b="0" u="none">
                <a:solidFill>
                  <a:srgbClr val="4D5356"/>
                </a:solidFill>
                <a:latin typeface="Trebuchet MS"/>
                <a:ea typeface="Trebuchet MS"/>
                <a:cs typeface="Trebuchet MS"/>
              </a:rPr>
              <a:t>Click to edit Master text styles</a:t>
            </a:r>
          </a:p>
          <a:p xmlns:a="http://schemas.openxmlformats.org/drawingml/2006/main">
            <a:pPr marL="685800" lvl="1" indent="-228600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200" b="0" u="none">
                <a:solidFill>
                  <a:srgbClr val="4D5356"/>
                </a:solidFill>
                <a:latin typeface="Trebuchet MS"/>
                <a:ea typeface="Trebuchet MS"/>
                <a:cs typeface="Trebuchet MS"/>
              </a:rPr>
              <a:t>Second level</a:t>
            </a:r>
          </a:p>
          <a:p xmlns:a="http://schemas.openxmlformats.org/drawingml/2006/main">
            <a:pPr marL="1143000" lvl="2" indent="-228600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4D5356"/>
                </a:solidFill>
                <a:latin typeface="Trebuchet MS"/>
                <a:ea typeface="Trebuchet MS"/>
                <a:cs typeface="Trebuchet MS"/>
              </a:rPr>
              <a:t>Third level</a:t>
            </a:r>
          </a:p>
          <a:p xmlns:a="http://schemas.openxmlformats.org/drawingml/2006/main">
            <a:pPr marL="1600200" lvl="3" indent="-228600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1800" b="0" u="none">
                <a:solidFill>
                  <a:srgbClr val="4D5356"/>
                </a:solidFill>
                <a:latin typeface="Trebuchet MS"/>
                <a:ea typeface="Trebuchet MS"/>
                <a:cs typeface="Trebuchet MS"/>
              </a:rPr>
              <a:t>Fourth level</a:t>
            </a:r>
          </a:p>
          <a:p xmlns:a="http://schemas.openxmlformats.org/drawingml/2006/main">
            <a:pPr marL="2057400" lvl="4" indent="-228600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1800" b="0" u="none">
                <a:solidFill>
                  <a:srgbClr val="4D5356"/>
                </a:solidFill>
                <a:latin typeface="Trebuchet MS"/>
                <a:ea typeface="Trebuchet MS"/>
                <a:cs typeface="Trebuchet MS"/>
              </a:rPr>
              <a:t>Fifth level</a:t>
            </a:r>
          </a:p>
        </p:txBody>
      </p:sp>
      <p:sp>
        <p:nvSpPr>
          <p:cNvPr id="6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FA4DE99C-38CE-4C6F-B9F7-75EBE70B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1A226EB-FCA3-4417-BCE3-3D21FD1FD3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38040" y="265320"/>
            <a:ext cx="8903880" cy="105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91440" tIns="45720" rIns="91440" bIns="45720" anchor="t">
            <a:normAutofit/>
          </a:bodyPr>
          <a:lstStyle xmlns:a="http://schemas.openxmlformats.org/drawingml/2006/main">
            <a:lvl1pPr indent="0" algn="l">
              <a:lnSpc>
                <a:spcPct val="90000"/>
              </a:lnSpc>
              <a:buNone/>
              <a:defRPr sz="3200" b="1" u="none">
                <a:solidFill>
                  <a:srgbClr val="61223B"/>
                </a:solidFill>
                <a:latin typeface="Trebuchet MS"/>
                <a:ea typeface="Trebuchet MS"/>
                <a:cs typeface="Trebuchet MS"/>
              </a:defRPr>
            </a:lvl1pPr>
          </a:lstStyle>
          <a:p xmlns:a="http://schemas.openxmlformats.org/drawingml/2006/main">
            <a:pPr indent="0" algn="l">
              <a:lnSpc>
                <a:spcPct val="90000"/>
              </a:lnSpc>
              <a:buNone/>
            </a:pPr>
            <a:r>
              <a:rPr sz="3200" b="1" u="none">
                <a:solidFill>
                  <a:srgbClr val="61223B"/>
                </a:solidFill>
                <a:latin typeface="Trebuchet MS"/>
                <a:ea typeface="Trebuchet MS"/>
                <a:cs typeface="Trebuchet MS"/>
              </a:rPr>
              <a:t>CLICK TO EDIT MASTER TITLE STYLE</a:t>
            </a:r>
          </a:p>
        </p:txBody>
      </p:sp>
      <p:cxnSp>
        <p:nvCxnSpPr>
          <p:cNvPr id="21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9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460413E-0920-42D2-9900-996FE88A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0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AB5A71E-0343-462B-9A7A-B822EDC0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4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2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326284A9-015E-4141-9F4A-98A408ABC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6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27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33602ca6346f0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type="blank" preserve="1">
  <p:cSld name="Master1-Layout1-cust-Cover-Slide-#1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313B2502-F8D7-4BD2-8967-6A5DA23B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6" name="Footer">
            <a:extLst xmlns:a="http://schemas.openxmlformats.org/drawingml/2006/main">
              <a:ext uri="{FF2B5EF4-FFF2-40B4-BE49-F238E27FC236}">
                <a16:creationId xmlns:a16="http://schemas.microsoft.com/office/drawing/2014/main" id="{484EA4EB-4A4D-438B-94C7-BECE5057C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28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8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00B3E669-624E-4496-BF82-2633EC6D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30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20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1803039-D920-482C-ADF9-4EDDA9B5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1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80EC1D8F-B550-49EF-A5D1-DDE0EE95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33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5E0BE21E-7477-4F9E-9637-8EC28BAA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35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36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9983bc94a044dc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</p:spTree>
  </p:cSld>
</p:sldLayout>
</file>

<file path=ppt/slideLayouts/slideLayout3.xml><?xml version="1.0" encoding="utf-8"?>
<p:sldLayout xmlns:p="http://schemas.openxmlformats.org/presentationml/2006/main" type="blank" preserve="1">
  <p:cSld name="Master1-Layout2-cust-Cover-Slide-#3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A3C14206-2CFE-4644-ADED-9275E088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" name="Footer">
            <a:extLst xmlns:a="http://schemas.openxmlformats.org/drawingml/2006/main">
              <a:ext uri="{FF2B5EF4-FFF2-40B4-BE49-F238E27FC236}">
                <a16:creationId xmlns:a16="http://schemas.microsoft.com/office/drawing/2014/main" id="{4315F8D8-A510-4C6B-B45F-D79801E05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39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29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2CCD75DB-2C76-45FE-ABA1-E649A4BB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41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31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D828443-D99C-496F-AA06-644FE1CE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2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DC1FAE0-59DB-457F-8269-3E7848C8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44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34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5A26448-C937-44D8-A75F-E2E21548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46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47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0772c0f5264263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type="blank" preserve="1">
  <p:cSld name="Master1-Layout3-cust-Title-and-content-on-white-bg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16D8979C-E731-458E-B9A6-92D0BA145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8" name="Footer">
            <a:extLst xmlns:a="http://schemas.openxmlformats.org/drawingml/2006/main">
              <a:ext uri="{FF2B5EF4-FFF2-40B4-BE49-F238E27FC236}">
                <a16:creationId xmlns:a16="http://schemas.microsoft.com/office/drawing/2014/main" id="{51567E04-B108-4184-BFB7-AFBE9CAC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50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40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187426D6-D576-4D15-B38B-B6E0BDCA3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52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42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2B25BA2-7F99-46EA-93E2-90DD3C55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3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B4C4191-F423-4FD2-B692-7D4BDBE7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55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45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88240CE8-4D6E-45C2-8684-15412355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57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58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831782a6a044a8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</p:spTree>
  </p:cSld>
</p:sldLayout>
</file>

<file path=ppt/slideLayouts/slideLayout5.xml><?xml version="1.0" encoding="utf-8"?>
<p:sldLayout xmlns:p="http://schemas.openxmlformats.org/presentationml/2006/main" type="blank" preserve="1">
  <p:cSld name="Master1-Layout4-cust-Title-and-content-on-white-bg-with-patter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85541343-E844-4AD9-B7CF-52FD6954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9" name="Footer">
            <a:extLst xmlns:a="http://schemas.openxmlformats.org/drawingml/2006/main">
              <a:ext uri="{FF2B5EF4-FFF2-40B4-BE49-F238E27FC236}">
                <a16:creationId xmlns:a16="http://schemas.microsoft.com/office/drawing/2014/main" id="{C6106DF9-3A99-4B20-80D7-2FFF9464F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64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51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15B54BAC-A7AB-4802-88AE-27EC6F40B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66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53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9C96D127-AF8D-4BBC-8B3F-D7C15C7CC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4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177A85D-6577-4F06-9D8A-77862498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69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56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27143509-ADEA-4ECF-A8F9-9FB7250DD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71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72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07d0816a874bbb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  <p:sp>
        <p:nvSpPr>
          <p:cNvPr id="5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B2987A9-BD45-46C3-9CFD-B4B00EC471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ctr">
              <a:buNone/>
              <a:defRPr sz="4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4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title text format</a:t>
            </a:r>
          </a:p>
        </p:txBody>
      </p:sp>
      <p:sp>
        <p:nvSpPr>
          <p:cNvPr id="6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56D9622-DFFB-4B50-BB0E-FCE07E6352A6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32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8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</a:lstStyle>
          <a:p xmlns:a="http://schemas.openxmlformats.org/drawingml/2006/main"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outline text format</a:t>
            </a:r>
          </a:p>
          <a:p xmlns:a="http://schemas.openxmlformats.org/drawingml/2006/main"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8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Second Outline Level</a:t>
            </a:r>
          </a:p>
          <a:p xmlns:a="http://schemas.openxmlformats.org/drawingml/2006/main"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Third Outline Level</a:t>
            </a:r>
          </a:p>
          <a:p xmlns:a="http://schemas.openxmlformats.org/drawingml/2006/main"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Fourth Outline Level</a:t>
            </a:r>
          </a:p>
          <a:p xmlns:a="http://schemas.openxmlformats.org/drawingml/2006/main"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Fifth Outline Level</a:t>
            </a:r>
          </a:p>
          <a:p xmlns:a="http://schemas.openxmlformats.org/drawingml/2006/main"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Sixth Outline Level</a:t>
            </a:r>
          </a:p>
          <a:p xmlns:a="http://schemas.openxmlformats.org/drawingml/2006/main"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Seventh Outline Level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 preserve="1">
  <p:cSld name="Master1-Layout5-cust-Title,-sub-heading-and-content-on-white-bg-with-pattern-panel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91DE9D89-42C7-48A5-A82F-B070809D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2" name="Footer">
            <a:extLst xmlns:a="http://schemas.openxmlformats.org/drawingml/2006/main">
              <a:ext uri="{FF2B5EF4-FFF2-40B4-BE49-F238E27FC236}">
                <a16:creationId xmlns:a16="http://schemas.microsoft.com/office/drawing/2014/main" id="{A48B5308-0149-4C53-BD0C-CD74A91D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77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64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94CABEBA-7D6C-4F0E-8B9E-B99B2F70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79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66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D8E6736-9B15-44CE-973E-D9307500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7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00787F3-23DE-4EF8-831E-852B4ED3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82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69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CF3D08FD-8777-44B5-BE00-ACEB0867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84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85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383c268bf04e6b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  <p:sp>
        <p:nvSpPr>
          <p:cNvPr id="7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09F44FF-6CBD-45E1-9E79-58C5602E80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ctr">
              <a:buNone/>
              <a:defRPr sz="4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4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title text format</a:t>
            </a:r>
          </a:p>
        </p:txBody>
      </p:sp>
      <p:sp>
        <p:nvSpPr>
          <p:cNvPr id="7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0D86B4E5-E759-4A5E-9837-881F7FCB2B4A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32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8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</a:lstStyle>
          <a:p xmlns:a="http://schemas.openxmlformats.org/drawingml/2006/main"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outline text format</a:t>
            </a:r>
          </a:p>
          <a:p xmlns:a="http://schemas.openxmlformats.org/drawingml/2006/main"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8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Second Outline Level</a:t>
            </a:r>
          </a:p>
          <a:p xmlns:a="http://schemas.openxmlformats.org/drawingml/2006/main"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Third Outline Level</a:t>
            </a:r>
          </a:p>
          <a:p xmlns:a="http://schemas.openxmlformats.org/drawingml/2006/main"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Fourth Outline Level</a:t>
            </a:r>
          </a:p>
          <a:p xmlns:a="http://schemas.openxmlformats.org/drawingml/2006/main"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Fifth Outline Level</a:t>
            </a:r>
          </a:p>
          <a:p xmlns:a="http://schemas.openxmlformats.org/drawingml/2006/main"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Sixth Outline Level</a:t>
            </a:r>
          </a:p>
          <a:p xmlns:a="http://schemas.openxmlformats.org/drawingml/2006/main"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Seventh Outline Level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Master1-Layout6-cust-Dual-layout-slide-on-white-bg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558278BF-E57F-4465-9307-D10DD621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5" name="Footer">
            <a:extLst xmlns:a="http://schemas.openxmlformats.org/drawingml/2006/main">
              <a:ext uri="{FF2B5EF4-FFF2-40B4-BE49-F238E27FC236}">
                <a16:creationId xmlns:a16="http://schemas.microsoft.com/office/drawing/2014/main" id="{794F8FCA-6535-46E1-AA96-A3058200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87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77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13DD4E14-01E5-460E-B43F-1EB61497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89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79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AE618EFA-1C01-459F-9C91-19EA61B9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D63C0CD-61A0-4901-996A-CCC79C28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92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82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E059EE5C-E764-4ED4-99C6-6DA6D4825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94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95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fb3283f23b4174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type="blank" preserve="1">
  <p:cSld name="Master1-Layout7-cust-3x-columns-slide-on-white-bg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5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249E9D82-61CD-4689-A4A9-B2611194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6" name="Footer">
            <a:extLst xmlns:a="http://schemas.openxmlformats.org/drawingml/2006/main">
              <a:ext uri="{FF2B5EF4-FFF2-40B4-BE49-F238E27FC236}">
                <a16:creationId xmlns:a16="http://schemas.microsoft.com/office/drawing/2014/main" id="{B8A5EABA-4972-4333-813F-53802198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98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88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DD18B2EC-4C68-486B-B45D-3E459745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00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90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8DE24735-0969-40AF-AB12-74EFA013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9DAC6EAC-8696-4EC7-8BB8-ED62C6BB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03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9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7052C320-DBF3-4BB5-B6B7-7D348AE8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05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106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28fef13e6a433c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type="blank" preserve="1">
  <p:cSld name="Master1-Layout8-cust-Section-divider-slide-on-white-bg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57F2CF87-DF77-4F90-9BAE-49A2CAF8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7" name="Footer">
            <a:extLst xmlns:a="http://schemas.openxmlformats.org/drawingml/2006/main">
              <a:ext uri="{FF2B5EF4-FFF2-40B4-BE49-F238E27FC236}">
                <a16:creationId xmlns:a16="http://schemas.microsoft.com/office/drawing/2014/main" id="{1CFA8776-5A1C-45A9-B5A2-5D359BAE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109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99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2149F0C2-1F18-40D6-A7A3-5C1807AF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11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01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F8359B35-78B8-4603-9DC2-BA601549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02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83EC6A17-B835-46C7-BE0E-18034E9B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14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04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67530ED-3305-43CC-8E01-9E990471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16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117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481262f164462a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</p:spTree>
  </p:cSld>
</p:sldLayout>
</file>

<file path=ppt/slideLayouts/slideLayout10.xml><?xml version="1.0" encoding="utf-8"?>
<p:sldLayout xmlns:p="http://schemas.openxmlformats.org/presentationml/2006/main" type="blank" preserve="1">
  <p:cSld name="Master1-Layout9-cust-Title-and-content-on-white-bg-with-maroon-banner-bottom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7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36642C06-955A-4A56-B084-FAA553AA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08" name="Footer">
            <a:extLst xmlns:a="http://schemas.openxmlformats.org/drawingml/2006/main">
              <a:ext uri="{FF2B5EF4-FFF2-40B4-BE49-F238E27FC236}">
                <a16:creationId xmlns:a16="http://schemas.microsoft.com/office/drawing/2014/main" id="{0C5BCCFB-D1C7-4C2A-8372-722F6EDD0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120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10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53BF555E-84F3-4D9C-A4B2-D7A362B7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22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12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A29D6526-562D-4167-B90C-C3710380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13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802838C-68BD-4C84-9D24-9040ADC8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25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15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45CB47C8-29D8-463A-8738-14F9A277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27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128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0ad7b77d5242d7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type="blank" preserve="1">
  <p:cSld name="Master1-Layout10-cust-Title,-sub-heading-and-content-on-white-bg-with-maroon-banner-bottom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F6D60F58-9C25-4F23-954C-B9A0B2D5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19" name="Footer">
            <a:extLst xmlns:a="http://schemas.openxmlformats.org/drawingml/2006/main">
              <a:ext uri="{FF2B5EF4-FFF2-40B4-BE49-F238E27FC236}">
                <a16:creationId xmlns:a16="http://schemas.microsoft.com/office/drawing/2014/main" id="{198171A9-4357-4CBB-A6BB-7A87858B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131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21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89254749-78DB-42E0-9BD0-8B5DCCA6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33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23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99CDCAF4-E6C4-4FF9-99C6-9D81846DD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24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4EA72285-7825-4B72-A10F-9D19FCC7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36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26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8EE0B87-E16A-437A-A693-860322CF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38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139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ae791617e42bf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type="blank" preserve="1">
  <p:cSld name="Master1-Layout11-cust-Title-and-content-on-maroon-bg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9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B673E546-0FF1-4EC4-94E9-92C236A5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30" name="Footer">
            <a:extLst xmlns:a="http://schemas.openxmlformats.org/drawingml/2006/main">
              <a:ext uri="{FF2B5EF4-FFF2-40B4-BE49-F238E27FC236}">
                <a16:creationId xmlns:a16="http://schemas.microsoft.com/office/drawing/2014/main" id="{CFC91ED1-C8ED-481D-8FAF-254CEBBC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145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32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BA4D9C18-881D-4D90-B817-9704EE42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47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34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3B94B8D5-237A-4E3F-92C3-FBF52692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35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9369B5C-1715-470A-BE45-87C42EC86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50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37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7A536D68-9446-4D47-9E50-1F7259B6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52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153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aa3c591df74bef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  <p:sp>
        <p:nvSpPr>
          <p:cNvPr id="14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2E0691C-9191-485B-B35D-DF0B41D96A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ctr">
              <a:buNone/>
              <a:defRPr sz="4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4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title text format</a:t>
            </a:r>
          </a:p>
        </p:txBody>
      </p:sp>
      <p:sp>
        <p:nvSpPr>
          <p:cNvPr id="14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37F514F-8D7E-4FE4-9807-59FEF27D3D9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32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8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</a:lstStyle>
          <a:p xmlns:a="http://schemas.openxmlformats.org/drawingml/2006/main"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outline text format</a:t>
            </a:r>
          </a:p>
          <a:p xmlns:a="http://schemas.openxmlformats.org/drawingml/2006/main"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8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Second Outline Level</a:t>
            </a:r>
          </a:p>
          <a:p xmlns:a="http://schemas.openxmlformats.org/drawingml/2006/main"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Third Outline Level</a:t>
            </a:r>
          </a:p>
          <a:p xmlns:a="http://schemas.openxmlformats.org/drawingml/2006/main"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Fourth Outline Level</a:t>
            </a:r>
          </a:p>
          <a:p xmlns:a="http://schemas.openxmlformats.org/drawingml/2006/main"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Fifth Outline Level</a:t>
            </a:r>
          </a:p>
          <a:p xmlns:a="http://schemas.openxmlformats.org/drawingml/2006/main"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Sixth Outline Level</a:t>
            </a:r>
          </a:p>
          <a:p xmlns:a="http://schemas.openxmlformats.org/drawingml/2006/main"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Seventh Outline Level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type="blank" preserve="1">
  <p:cSld name="Master1-Layout12-cust-Section-divider-slide-on-maroon-bg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2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12227972-9AD5-453C-81AB-A44653EE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3" name="Footer">
            <a:extLst xmlns:a="http://schemas.openxmlformats.org/drawingml/2006/main">
              <a:ext uri="{FF2B5EF4-FFF2-40B4-BE49-F238E27FC236}">
                <a16:creationId xmlns:a16="http://schemas.microsoft.com/office/drawing/2014/main" id="{E95AE918-E9BA-4CFC-BFF2-28BE64AF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158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45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06148970-7E12-45BA-BF9D-9821CEC2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60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47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4C997CB6-9D69-477A-A7DF-85F81E1C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8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AE838FA-931A-46E3-82BB-CE462251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63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50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E28BE8C8-332D-4723-99DC-4C9FBF0E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65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166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012e095294316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  <p:sp>
        <p:nvSpPr>
          <p:cNvPr id="15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2B9DECE-D2E3-486C-8047-60ED2A0F02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ctr">
              <a:buNone/>
              <a:defRPr sz="4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4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title text format</a:t>
            </a:r>
          </a:p>
        </p:txBody>
      </p:sp>
      <p:sp>
        <p:nvSpPr>
          <p:cNvPr id="15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4665D04-054C-4CFA-AF90-4DF96AF126FD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32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8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</a:lstStyle>
          <a:p xmlns:a="http://schemas.openxmlformats.org/drawingml/2006/main"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outline text format</a:t>
            </a:r>
          </a:p>
          <a:p xmlns:a="http://schemas.openxmlformats.org/drawingml/2006/main"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8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Second Outline Level</a:t>
            </a:r>
          </a:p>
          <a:p xmlns:a="http://schemas.openxmlformats.org/drawingml/2006/main"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Third Outline Level</a:t>
            </a:r>
          </a:p>
          <a:p xmlns:a="http://schemas.openxmlformats.org/drawingml/2006/main"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Fourth Outline Level</a:t>
            </a:r>
          </a:p>
          <a:p xmlns:a="http://schemas.openxmlformats.org/drawingml/2006/main"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Fifth Outline Level</a:t>
            </a:r>
          </a:p>
          <a:p xmlns:a="http://schemas.openxmlformats.org/drawingml/2006/main"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Sixth Outline Level</a:t>
            </a:r>
          </a:p>
          <a:p xmlns:a="http://schemas.openxmlformats.org/drawingml/2006/main"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Seventh Outline Level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type="blank" preserve="1">
  <p:cSld name="Master1-Layout13-cust-Title-and-content-on-grey-bg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43B22C14-E1B2-4E2C-B1A7-FEB837355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56" name="Footer">
            <a:extLst xmlns:a="http://schemas.openxmlformats.org/drawingml/2006/main">
              <a:ext uri="{FF2B5EF4-FFF2-40B4-BE49-F238E27FC236}">
                <a16:creationId xmlns:a16="http://schemas.microsoft.com/office/drawing/2014/main" id="{AE522022-73FA-43FB-8996-4B0A387F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171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58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C248CA76-83CC-410F-89CF-D25C3729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73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60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43738A9C-51F7-4C0A-B2F8-7EF9DF69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61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5BB06AE-8226-4817-8C3E-0FB69F9B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76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6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54EA73D3-5F61-4142-8B5A-EE737E38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78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179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76fa782d4f46a3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  <p:sp>
        <p:nvSpPr>
          <p:cNvPr id="16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F302557-7C34-4EA3-B5E4-2B84107B29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ctr">
              <a:buNone/>
              <a:defRPr sz="4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4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title text format</a:t>
            </a:r>
          </a:p>
        </p:txBody>
      </p:sp>
      <p:sp>
        <p:nvSpPr>
          <p:cNvPr id="16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EC279A2C-E9F4-4AE8-AA73-CAC7EBE01D5A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32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8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</a:lstStyle>
          <a:p xmlns:a="http://schemas.openxmlformats.org/drawingml/2006/main"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outline text format</a:t>
            </a:r>
          </a:p>
          <a:p xmlns:a="http://schemas.openxmlformats.org/drawingml/2006/main"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8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Second Outline Level</a:t>
            </a:r>
          </a:p>
          <a:p xmlns:a="http://schemas.openxmlformats.org/drawingml/2006/main"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Third Outline Level</a:t>
            </a:r>
          </a:p>
          <a:p xmlns:a="http://schemas.openxmlformats.org/drawingml/2006/main"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Fourth Outline Level</a:t>
            </a:r>
          </a:p>
          <a:p xmlns:a="http://schemas.openxmlformats.org/drawingml/2006/main"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Fifth Outline Level</a:t>
            </a:r>
          </a:p>
          <a:p xmlns:a="http://schemas.openxmlformats.org/drawingml/2006/main"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Sixth Outline Level</a:t>
            </a:r>
          </a:p>
          <a:p xmlns:a="http://schemas.openxmlformats.org/drawingml/2006/main"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Seventh Outline Level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type="blank" preserve="1">
  <p:cSld name="Master1-Layout14-cust-Section-divider-slide-on-grey-bg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8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99D0FF27-803D-430C-A5B3-31C6BF22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69" name="Footer">
            <a:extLst xmlns:a="http://schemas.openxmlformats.org/drawingml/2006/main">
              <a:ext uri="{FF2B5EF4-FFF2-40B4-BE49-F238E27FC236}">
                <a16:creationId xmlns:a16="http://schemas.microsoft.com/office/drawing/2014/main" id="{48CAF03D-5A94-4A99-9D34-C1C1E712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184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71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5FF13CEF-D514-4C1C-B1A1-F9764EE8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86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73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C840BAA-3796-4A06-91E4-6A8E593E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74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A891FE0-A8ED-4C29-8C0A-4EDC114F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89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76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C9EE32CB-6732-4D0C-85E6-AFF42ED2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91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192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5b9b40c9ad4bee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  <p:sp>
        <p:nvSpPr>
          <p:cNvPr id="17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42D1954-43A2-4F91-AD46-B385573B4A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ctr">
              <a:buNone/>
              <a:defRPr sz="4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4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title text format</a:t>
            </a:r>
          </a:p>
        </p:txBody>
      </p:sp>
      <p:sp>
        <p:nvSpPr>
          <p:cNvPr id="18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EDD270D1-B24E-4043-A651-7AF48A495F2C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32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8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</a:lstStyle>
          <a:p xmlns:a="http://schemas.openxmlformats.org/drawingml/2006/main"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outline text format</a:t>
            </a:r>
          </a:p>
          <a:p xmlns:a="http://schemas.openxmlformats.org/drawingml/2006/main"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8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Second Outline Level</a:t>
            </a:r>
          </a:p>
          <a:p xmlns:a="http://schemas.openxmlformats.org/drawingml/2006/main"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Third Outline Level</a:t>
            </a:r>
          </a:p>
          <a:p xmlns:a="http://schemas.openxmlformats.org/drawingml/2006/main"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Fourth Outline Level</a:t>
            </a:r>
          </a:p>
          <a:p xmlns:a="http://schemas.openxmlformats.org/drawingml/2006/main"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Fifth Outline Level</a:t>
            </a:r>
          </a:p>
          <a:p xmlns:a="http://schemas.openxmlformats.org/drawingml/2006/main"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Sixth Outline Level</a:t>
            </a:r>
          </a:p>
          <a:p xmlns:a="http://schemas.openxmlformats.org/drawingml/2006/main"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Seventh Outline Level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type="blank" preserve="1">
  <p:cSld name="Master1-Layout15-cust-Title-and-content-on-white-bg-with-maroon-banner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170E57A2-6B97-42F9-9123-A10666F3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82" name="Footer">
            <a:extLst xmlns:a="http://schemas.openxmlformats.org/drawingml/2006/main">
              <a:ext uri="{FF2B5EF4-FFF2-40B4-BE49-F238E27FC236}">
                <a16:creationId xmlns:a16="http://schemas.microsoft.com/office/drawing/2014/main" id="{930C8B17-33BF-4734-9CB8-EEC3105D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197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84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0549D233-871F-47E0-89BD-4E1871BD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199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86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6CFF95A-9265-4EFF-B6F6-94EC206EE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87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DED4758-5B17-4007-861F-D801E5A3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02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89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2501EE4-218F-45C1-9716-979D9574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04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205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a734ac035f4d3b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  <p:sp>
        <p:nvSpPr>
          <p:cNvPr id="19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4EA404E1-2491-40F4-973B-5E5D73936F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ctr">
              <a:buNone/>
              <a:defRPr sz="4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4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title text format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type="blank" preserve="1">
  <p:cSld name="Master1-Layout16-cust-Title,-sub-heading-and-content-on-white-bg-with-maroon-banner-and-pattern-panel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4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CF69D4A7-CD68-4211-877F-DA5B7322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95" name="Footer">
            <a:extLst xmlns:a="http://schemas.openxmlformats.org/drawingml/2006/main">
              <a:ext uri="{FF2B5EF4-FFF2-40B4-BE49-F238E27FC236}">
                <a16:creationId xmlns:a16="http://schemas.microsoft.com/office/drawing/2014/main" id="{BF24466D-15BA-4EC8-910C-67A4D2E1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210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97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D73AD073-8A26-4178-ADCC-E8799EEB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12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199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3FCFD5A4-98D1-4934-AD0C-1E7CFB207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00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D9CD350-DB48-4DB8-A45E-FBBB3D55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15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202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67DD977-4008-41FF-998E-C012BD2B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17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218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600435e154778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  <p:sp>
        <p:nvSpPr>
          <p:cNvPr id="20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FBB43943-5F7E-4E06-8968-1F6F4FBA9A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ctr">
              <a:buNone/>
              <a:defRPr sz="4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4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title text format</a:t>
            </a:r>
          </a:p>
        </p:txBody>
      </p:sp>
      <p:sp>
        <p:nvSpPr>
          <p:cNvPr id="20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6243C4B-6746-425E-9D34-982A037624C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32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8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</a:lstStyle>
          <a:p xmlns:a="http://schemas.openxmlformats.org/drawingml/2006/main"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outline text format</a:t>
            </a:r>
          </a:p>
          <a:p xmlns:a="http://schemas.openxmlformats.org/drawingml/2006/main"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8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Second Outline Level</a:t>
            </a:r>
          </a:p>
          <a:p xmlns:a="http://schemas.openxmlformats.org/drawingml/2006/main"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Third Outline Level</a:t>
            </a:r>
          </a:p>
          <a:p xmlns:a="http://schemas.openxmlformats.org/drawingml/2006/main"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Fourth Outline Level</a:t>
            </a:r>
          </a:p>
          <a:p xmlns:a="http://schemas.openxmlformats.org/drawingml/2006/main"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Fifth Outline Level</a:t>
            </a:r>
          </a:p>
          <a:p xmlns:a="http://schemas.openxmlformats.org/drawingml/2006/main"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Sixth Outline Level</a:t>
            </a:r>
          </a:p>
          <a:p xmlns:a="http://schemas.openxmlformats.org/drawingml/2006/main"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Seventh Outline Level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type="blank" preserve="1">
  <p:cSld name="Master1-Layout17-cust-Section-divider-slide-on-white-bg-with-maroon-banner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7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2FA4A0CA-5A5C-44D1-84E4-23666482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08" name="Footer">
            <a:extLst xmlns:a="http://schemas.openxmlformats.org/drawingml/2006/main">
              <a:ext uri="{FF2B5EF4-FFF2-40B4-BE49-F238E27FC236}">
                <a16:creationId xmlns:a16="http://schemas.microsoft.com/office/drawing/2014/main" id="{D552DABF-8955-4D43-B7B8-4EC72D5F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223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210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8AE09116-F270-4DB3-A091-2D759D13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25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212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366BA5BB-F0AB-4EBA-8838-D3AF44E9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13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1CCF482-96A5-4E4F-9587-9F7F6AF8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28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215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2A6ED774-FC25-406A-9B27-C244D6A9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30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231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6bed5fc7e34ca7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  <p:sp>
        <p:nvSpPr>
          <p:cNvPr id="218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EA48F8ED-2BB7-45EC-86B9-DE35D5954D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ctr">
              <a:buNone/>
              <a:defRPr sz="4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4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title text format</a:t>
            </a:r>
          </a:p>
        </p:txBody>
      </p:sp>
      <p:sp>
        <p:nvSpPr>
          <p:cNvPr id="219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2BD2821-6429-4F10-ABF1-F0618775692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32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8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</a:lstStyle>
          <a:p xmlns:a="http://schemas.openxmlformats.org/drawingml/2006/main"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outline text format</a:t>
            </a:r>
          </a:p>
          <a:p xmlns:a="http://schemas.openxmlformats.org/drawingml/2006/main"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8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Second Outline Level</a:t>
            </a:r>
          </a:p>
          <a:p xmlns:a="http://schemas.openxmlformats.org/drawingml/2006/main"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Third Outline Level</a:t>
            </a:r>
          </a:p>
          <a:p xmlns:a="http://schemas.openxmlformats.org/drawingml/2006/main"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Fourth Outline Level</a:t>
            </a:r>
          </a:p>
          <a:p xmlns:a="http://schemas.openxmlformats.org/drawingml/2006/main"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Fifth Outline Level</a:t>
            </a:r>
          </a:p>
          <a:p xmlns:a="http://schemas.openxmlformats.org/drawingml/2006/main"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Sixth Outline Level</a:t>
            </a:r>
          </a:p>
          <a:p xmlns:a="http://schemas.openxmlformats.org/drawingml/2006/main"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Seventh Outline Level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type="blank" preserve="1">
  <p:cSld name="Master1-Layout18-cust-Blank-slide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0.xml><?xml version="1.0" encoding="utf-8"?>
<p:sldLayout xmlns:p="http://schemas.openxmlformats.org/presentationml/2006/main" type="blank" preserve="1">
  <p:cSld name="Master1-Layout19-cust-Cover/End-Slide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1143034B-C9DB-41DB-8045-A256D476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21" name="Footer">
            <a:extLst xmlns:a="http://schemas.openxmlformats.org/drawingml/2006/main">
              <a:ext uri="{FF2B5EF4-FFF2-40B4-BE49-F238E27FC236}">
                <a16:creationId xmlns:a16="http://schemas.microsoft.com/office/drawing/2014/main" id="{9ED30A98-BFFD-45E3-8FBB-80023CF9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236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223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B4F47F55-DC68-4142-852A-388B39E1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38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225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B834FE1-68BA-4D51-9363-78C73CC1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26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9660198A-B985-4416-90A7-E56E7371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41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228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8ADC9411-81A2-45F1-9E94-F30A4A55C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43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244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5b40475f7646ee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  <p:sp>
        <p:nvSpPr>
          <p:cNvPr id="23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AEE997A-D2B4-453F-8D4E-30DF9F626A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ctr">
              <a:buNone/>
              <a:defRPr sz="4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4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title text format</a:t>
            </a:r>
          </a:p>
        </p:txBody>
      </p:sp>
      <p:sp>
        <p:nvSpPr>
          <p:cNvPr id="23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B1507EB-317E-4342-8AFF-7079AB0FA08F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32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8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</a:lstStyle>
          <a:p xmlns:a="http://schemas.openxmlformats.org/drawingml/2006/main"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outline text format</a:t>
            </a:r>
          </a:p>
          <a:p xmlns:a="http://schemas.openxmlformats.org/drawingml/2006/main"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8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Second Outline Level</a:t>
            </a:r>
          </a:p>
          <a:p xmlns:a="http://schemas.openxmlformats.org/drawingml/2006/main"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Third Outline Level</a:t>
            </a:r>
          </a:p>
          <a:p xmlns:a="http://schemas.openxmlformats.org/drawingml/2006/main"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Fourth Outline Level</a:t>
            </a:r>
          </a:p>
          <a:p xmlns:a="http://schemas.openxmlformats.org/drawingml/2006/main"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Fifth Outline Level</a:t>
            </a:r>
          </a:p>
          <a:p xmlns:a="http://schemas.openxmlformats.org/drawingml/2006/main"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Sixth Outline Level</a:t>
            </a:r>
          </a:p>
          <a:p xmlns:a="http://schemas.openxmlformats.org/drawingml/2006/main"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Seventh Outline Level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type="blank" preserve="1">
  <p:cSld name="Master1-Layout20-obj-Title-and-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3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56A87952-D518-4214-B305-F1FB53AF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34" name="Footer">
            <a:extLst xmlns:a="http://schemas.openxmlformats.org/drawingml/2006/main">
              <a:ext uri="{FF2B5EF4-FFF2-40B4-BE49-F238E27FC236}">
                <a16:creationId xmlns:a16="http://schemas.microsoft.com/office/drawing/2014/main" id="{E83B0618-5E91-42D6-B1D2-5E7EB18F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249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236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3107C49C-F245-433D-93F4-2019178F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51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23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6F6916D-B6AD-476D-98F5-FC7FC53AD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3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81BC038A-F6F8-46C1-A1F1-36A174BE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54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241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C57F4290-A234-4475-ABA9-FB133CC4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56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257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da0b2d53894acd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  <p:sp>
        <p:nvSpPr>
          <p:cNvPr id="24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2381910-28EB-42A8-A255-0BD19BECF5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ctr">
              <a:buNone/>
              <a:defRPr sz="4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4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title text format</a:t>
            </a:r>
          </a:p>
        </p:txBody>
      </p:sp>
      <p:sp>
        <p:nvSpPr>
          <p:cNvPr id="24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60B344B-3357-41E3-B96F-5BADC1CD540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32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8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</a:lstStyle>
          <a:p xmlns:a="http://schemas.openxmlformats.org/drawingml/2006/main"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outline text format</a:t>
            </a:r>
          </a:p>
          <a:p xmlns:a="http://schemas.openxmlformats.org/drawingml/2006/main"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8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Second Outline Level</a:t>
            </a:r>
          </a:p>
          <a:p xmlns:a="http://schemas.openxmlformats.org/drawingml/2006/main"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Third Outline Level</a:t>
            </a:r>
          </a:p>
          <a:p xmlns:a="http://schemas.openxmlformats.org/drawingml/2006/main"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Fourth Outline Level</a:t>
            </a:r>
          </a:p>
          <a:p xmlns:a="http://schemas.openxmlformats.org/drawingml/2006/main"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Fifth Outline Level</a:t>
            </a:r>
          </a:p>
          <a:p xmlns:a="http://schemas.openxmlformats.org/drawingml/2006/main"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Sixth Outline Level</a:t>
            </a:r>
          </a:p>
          <a:p xmlns:a="http://schemas.openxmlformats.org/drawingml/2006/main"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Seventh Outline Level</a:t>
            </a:r>
          </a:p>
        </p:txBody>
      </p:sp>
    </p:spTree>
  </p:cSld>
</p:sldLayout>
</file>

<file path=ppt/slideLayouts/slideLayout22.xml><?xml version="1.0" encoding="utf-8"?>
<p:sldLayout xmlns:p="http://schemas.openxmlformats.org/presentationml/2006/main" type="blank" preserve="1">
  <p:cSld name="Master1-Layout21-blank-Blank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6" name="White.Strip.Footer">
            <a:extLst xmlns:a="http://schemas.openxmlformats.org/drawingml/2006/main">
              <a:ext uri="{FF2B5EF4-FFF2-40B4-BE49-F238E27FC236}">
                <a16:creationId xmlns:a16="http://schemas.microsoft.com/office/drawing/2014/main" id="{312B6268-1ED1-48E0-BF43-1B2EEA54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81880"/>
            <a:ext cx="12192120" cy="2761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7" name="Footer">
            <a:extLst xmlns:a="http://schemas.openxmlformats.org/drawingml/2006/main">
              <a:ext uri="{FF2B5EF4-FFF2-40B4-BE49-F238E27FC236}">
                <a16:creationId xmlns:a16="http://schemas.microsoft.com/office/drawing/2014/main" id="{071D3FF1-E75C-45D5-A6A6-C552C6D9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0" y="6597720"/>
            <a:ext cx="11125080" cy="26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1001"/>
              </a:spcBef>
              <a:buNone/>
            </a:pPr>
            <a:r>
              <a:rPr sz="1000" b="0" u="none">
                <a:solidFill>
                  <a:srgbClr val="B79961"/>
                </a:solidFill>
                <a:latin typeface="Trebuchet MS"/>
                <a:ea typeface="Trebuchet MS"/>
                <a:cs typeface="Trebuchet MS"/>
              </a:rPr>
              <a:t>School for Data Science and Computational Thinking, Faculty of Science and Faculty of Medicine and Health Sciences, Stellenbosch University</a:t>
            </a:r>
          </a:p>
        </p:txBody>
      </p:sp>
      <p:cxnSp>
        <p:nvCxnSpPr>
          <p:cNvPr id="264" name="Gold line"/>
          <p:cNvCxnSpPr/>
          <p:nvPr/>
        </p:nvCxnSpPr>
        <p:spPr>
          <a:xfrm xmlns:a="http://schemas.openxmlformats.org/drawingml/2006/main">
            <a:off x="0" y="6590160"/>
            <a:ext cx="12192480" cy="360"/>
          </a:xfrm>
          <a:prstGeom xmlns:a="http://schemas.openxmlformats.org/drawingml/2006/main" prst="straightConnector1">
            <a:avLst/>
          </a:prstGeom>
          <a:ln xmlns:a="http://schemas.openxmlformats.org/drawingml/2006/main" w="190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249" name="White.Banner.Top">
            <a:extLst xmlns:a="http://schemas.openxmlformats.org/drawingml/2006/main">
              <a:ext uri="{FF2B5EF4-FFF2-40B4-BE49-F238E27FC236}">
                <a16:creationId xmlns:a16="http://schemas.microsoft.com/office/drawing/2014/main" id="{4231D6FD-D810-4015-9D6B-5B0A8DD0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120" cy="141876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66" name="Straight Connector 16"/>
          <p:cNvCxnSpPr/>
          <p:nvPr/>
        </p:nvCxnSpPr>
        <p:spPr>
          <a:xfrm xmlns:a="http://schemas.openxmlformats.org/drawingml/2006/main">
            <a:off x="-355680" y="1413720"/>
            <a:ext cx="139269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251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307675D-4723-4A41-8942-464C79D1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0" y="354600"/>
            <a:ext cx="11511360" cy="614304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2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F3C749E-E1BD-4A09-AFA1-4B7D30A9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280" y="31320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69" name="Straight Connector 20"/>
          <p:cNvCxnSpPr/>
          <p:nvPr/>
        </p:nvCxnSpPr>
        <p:spPr>
          <a:xfrm xmlns:a="http://schemas.openxmlformats.org/drawingml/2006/main">
            <a:off x="9249120" y="-425160"/>
            <a:ext cx="360" cy="754920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sp>
        <p:nvSpPr>
          <p:cNvPr id="254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2CA9326D-B59A-42D0-8C9F-0836B43B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080" y="6504840"/>
            <a:ext cx="342360" cy="3420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12600">
            <a:solidFill>
              <a:schemeClr val="accent1">
                <a:lumMod val="75000"/>
                <a:lumOff val="0"/>
              </a:schemeClr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cxnSp>
        <p:nvCxnSpPr>
          <p:cNvPr id="271" name="Straight Connector 23"/>
          <p:cNvCxnSpPr/>
          <p:nvPr/>
        </p:nvCxnSpPr>
        <p:spPr>
          <a:xfrm xmlns:a="http://schemas.openxmlformats.org/drawingml/2006/main">
            <a:off x="-354960" y="1697400"/>
            <a:ext cx="13532760" cy="360"/>
          </a:xfrm>
          <a:prstGeom xmlns:a="http://schemas.openxmlformats.org/drawingml/2006/main" prst="straightConnector1">
            <a:avLst/>
          </a:prstGeom>
          <a:ln xmlns:a="http://schemas.openxmlformats.org/drawingml/2006/main" w="6480">
            <a:solidFill>
              <a:schemeClr val="accent1">
                <a:lumMod val="75000"/>
                <a:lumOff val="0"/>
              </a:schemeClr>
            </a:solidFill>
            <a:miter/>
          </a:ln>
        </p:spPr>
      </p:cxnSp>
      <p:pic>
        <p:nvPicPr>
          <p:cNvPr id="272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7e8bca32c14193"/>
          <a:stretch xmlns:a="http://schemas.openxmlformats.org/drawingml/2006/main"/>
        </p:blipFill>
        <p:spPr>
          <a:xfrm xmlns:a="http://schemas.openxmlformats.org/drawingml/2006/main">
            <a:off x="8163000" y="0"/>
            <a:ext cx="4028760" cy="1226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  <p:sp>
        <p:nvSpPr>
          <p:cNvPr id="25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90733F2-30A8-49DC-9E14-7FD4B7FA6538}"/>
              </a:ext>
            </a:extLst>
          </p:cNvPr>
          <p:cNvSpPr>
            <a:spLocks xmlns:a="http://schemas.openxmlformats.org/drawingml/2006/main" noGrp="1"/>
          </p:cNvSpPr>
          <p:nvPr>
            <p:ph type="ftr" idx="1"/>
          </p:nvPr>
        </p:nvSpPr>
        <p:spPr>
          <a:xfrm xmlns:a="http://schemas.openxmlformats.org/drawingml/2006/main">
            <a:off x="0" y="0"/>
            <a:ext cx="360" cy="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91440" tIns="-45360" rIns="91440" bIns="-45360" anchor="t">
            <a:noAutofit/>
          </a:bodyPr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258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09BC515-7CEA-44B5-A000-51FBBBFACF9B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0" y="0"/>
            <a:ext cx="360" cy="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91440" tIns="-45360" rIns="91440" bIns="-45360" anchor="t">
            <a:noAutofit/>
          </a:bodyPr>
          <a:lstStyle xmlns:a="http://schemas.openxmlformats.org/drawingml/2006/main">
            <a:lvl1pPr indent="0" algn="l">
              <a:lnSpc>
                <a:spcPct val="100000"/>
              </a:lnSpc>
              <a:buNone/>
              <a:defRPr sz="1800" b="0" u="none">
                <a:solidFill>
                  <a:srgbClr val="000000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l">
              <a:lnSpc>
                <a:spcPct val="100000"/>
              </a:lnSpc>
              <a:buNone/>
            </a:pPr>
            <a:fld id="{B3B81F71-EF4B-4266-A971-00E9EBC7E524}" type="slidenum">
              <a:rPr sz="1800" b="0" u="none">
                <a:solidFill>
                  <a:srgbClr val="000000"/>
                </a:solidFill>
                <a:latin typeface="Aptos"/>
                <a:ea typeface="Aptos"/>
                <a:cs typeface="Aptos"/>
              </a:rPr>
              <a:t>&lt;number&gt;</a:t>
            </a:fld>
          </a:p>
        </p:txBody>
      </p:sp>
      <p:sp>
        <p:nvSpPr>
          <p:cNvPr id="259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E8221194-F86E-40CF-8E4E-E89C8978BE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ctr">
              <a:buNone/>
              <a:defRPr sz="4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4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title text format</a:t>
            </a:r>
          </a:p>
        </p:txBody>
      </p:sp>
      <p:sp>
        <p:nvSpPr>
          <p:cNvPr id="260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F0ABB578-CBDB-427F-B400-C6194D8C93C4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32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8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4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</a:lstStyle>
          <a:p xmlns:a="http://schemas.openxmlformats.org/drawingml/2006/main"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edit the outline text format</a:t>
            </a:r>
          </a:p>
          <a:p xmlns:a="http://schemas.openxmlformats.org/drawingml/2006/main"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8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Second Outline Level</a:t>
            </a:r>
          </a:p>
          <a:p xmlns:a="http://schemas.openxmlformats.org/drawingml/2006/main"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4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Third Outline Level</a:t>
            </a:r>
          </a:p>
          <a:p xmlns:a="http://schemas.openxmlformats.org/drawingml/2006/main"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Fourth Outline Level</a:t>
            </a:r>
          </a:p>
          <a:p xmlns:a="http://schemas.openxmlformats.org/drawingml/2006/main"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Fifth Outline Level</a:t>
            </a:r>
          </a:p>
          <a:p xmlns:a="http://schemas.openxmlformats.org/drawingml/2006/main"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Sixth Outline Level</a:t>
            </a:r>
          </a:p>
          <a:p xmlns:a="http://schemas.openxmlformats.org/drawingml/2006/main"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Seventh Outline Level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75139cf26f4998" /><Relationship Type="http://schemas.openxmlformats.org/officeDocument/2006/relationships/slideLayout" Target="/ppt/slideLayouts/slideLayout1.xml" Id="R88f06c8b541846a8" /><Relationship Type="http://schemas.openxmlformats.org/officeDocument/2006/relationships/slideLayout" Target="/ppt/slideLayouts/slideLayout2.xml" Id="R12b7699d53ea4819" /><Relationship Type="http://schemas.openxmlformats.org/officeDocument/2006/relationships/slideLayout" Target="/ppt/slideLayouts/slideLayout3.xml" Id="R209fcf60cf244335" /><Relationship Type="http://schemas.openxmlformats.org/officeDocument/2006/relationships/slideLayout" Target="/ppt/slideLayouts/slideLayout4.xml" Id="Rf383f10ba8de49d3" /><Relationship Type="http://schemas.openxmlformats.org/officeDocument/2006/relationships/slideLayout" Target="/ppt/slideLayouts/slideLayout5.xml" Id="R9c6a412f8aa142d4" /><Relationship Type="http://schemas.openxmlformats.org/officeDocument/2006/relationships/slideLayout" Target="/ppt/slideLayouts/slideLayout6.xml" Id="R194680adc2dc4650" /><Relationship Type="http://schemas.openxmlformats.org/officeDocument/2006/relationships/slideLayout" Target="/ppt/slideLayouts/slideLayout7.xml" Id="R82cb6d24174b4586" /><Relationship Type="http://schemas.openxmlformats.org/officeDocument/2006/relationships/slideLayout" Target="/ppt/slideLayouts/slideLayout8.xml" Id="R151e95108f194b8a" /><Relationship Type="http://schemas.openxmlformats.org/officeDocument/2006/relationships/slideLayout" Target="/ppt/slideLayouts/slideLayout9.xml" Id="Rb1983eb520754717" /><Relationship Type="http://schemas.openxmlformats.org/officeDocument/2006/relationships/slideLayout" Target="/ppt/slideLayouts/slideLayout10.xml" Id="R2c3fed45ef344351" /><Relationship Type="http://schemas.openxmlformats.org/officeDocument/2006/relationships/slideLayout" Target="/ppt/slideLayouts/slideLayout11.xml" Id="R620d247c7f2741b1" /><Relationship Type="http://schemas.openxmlformats.org/officeDocument/2006/relationships/slideLayout" Target="/ppt/slideLayouts/slideLayout12.xml" Id="Raa486d2b53294f36" /><Relationship Type="http://schemas.openxmlformats.org/officeDocument/2006/relationships/slideLayout" Target="/ppt/slideLayouts/slideLayout13.xml" Id="R96729685d2074cac" /><Relationship Type="http://schemas.openxmlformats.org/officeDocument/2006/relationships/slideLayout" Target="/ppt/slideLayouts/slideLayout14.xml" Id="Re8732d8f419842b6" /><Relationship Type="http://schemas.openxmlformats.org/officeDocument/2006/relationships/slideLayout" Target="/ppt/slideLayouts/slideLayout15.xml" Id="Rd9d0ff2b70344ad5" /><Relationship Type="http://schemas.openxmlformats.org/officeDocument/2006/relationships/slideLayout" Target="/ppt/slideLayouts/slideLayout16.xml" Id="Rf716ac972fa14102" /><Relationship Type="http://schemas.openxmlformats.org/officeDocument/2006/relationships/slideLayout" Target="/ppt/slideLayouts/slideLayout17.xml" Id="Rad5a71cdaab74917" /><Relationship Type="http://schemas.openxmlformats.org/officeDocument/2006/relationships/slideLayout" Target="/ppt/slideLayouts/slideLayout18.xml" Id="R8c9d20c5816f483d" /><Relationship Type="http://schemas.openxmlformats.org/officeDocument/2006/relationships/slideLayout" Target="/ppt/slideLayouts/slideLayout19.xml" Id="Rc7e8836a938c4da3" /><Relationship Type="http://schemas.openxmlformats.org/officeDocument/2006/relationships/slideLayout" Target="/ppt/slideLayouts/slideLayout20.xml" Id="R1325eabc7fe44ae0" /><Relationship Type="http://schemas.openxmlformats.org/officeDocument/2006/relationships/slideLayout" Target="/ppt/slideLayouts/slideLayout21.xml" Id="Ree55af51a75f4f92" /><Relationship Type="http://schemas.openxmlformats.org/officeDocument/2006/relationships/slideLayout" Target="/ppt/slideLayouts/slideLayout22.xml" Id="R535b5aa16a8d47fa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f06c8b541846a8"/>
    <p:sldLayoutId xmlns:r="http://schemas.openxmlformats.org/officeDocument/2006/relationships" id="2147483650" r:id="R12b7699d53ea4819"/>
    <p:sldLayoutId xmlns:r="http://schemas.openxmlformats.org/officeDocument/2006/relationships" id="2147483651" r:id="R209fcf60cf244335"/>
    <p:sldLayoutId xmlns:r="http://schemas.openxmlformats.org/officeDocument/2006/relationships" id="2147483652" r:id="Rf383f10ba8de49d3"/>
    <p:sldLayoutId xmlns:r="http://schemas.openxmlformats.org/officeDocument/2006/relationships" id="2147483653" r:id="R9c6a412f8aa142d4"/>
    <p:sldLayoutId xmlns:r="http://schemas.openxmlformats.org/officeDocument/2006/relationships" id="2147483654" r:id="R194680adc2dc4650"/>
    <p:sldLayoutId xmlns:r="http://schemas.openxmlformats.org/officeDocument/2006/relationships" id="2147483655" r:id="R82cb6d24174b4586"/>
    <p:sldLayoutId xmlns:r="http://schemas.openxmlformats.org/officeDocument/2006/relationships" id="2147483656" r:id="R151e95108f194b8a"/>
    <p:sldLayoutId xmlns:r="http://schemas.openxmlformats.org/officeDocument/2006/relationships" id="2147483657" r:id="Rb1983eb520754717"/>
    <p:sldLayoutId xmlns:r="http://schemas.openxmlformats.org/officeDocument/2006/relationships" id="2147483658" r:id="R2c3fed45ef344351"/>
    <p:sldLayoutId xmlns:r="http://schemas.openxmlformats.org/officeDocument/2006/relationships" id="2147483659" r:id="R620d247c7f2741b1"/>
    <p:sldLayoutId xmlns:r="http://schemas.openxmlformats.org/officeDocument/2006/relationships" id="2147483660" r:id="Raa486d2b53294f36"/>
    <p:sldLayoutId xmlns:r="http://schemas.openxmlformats.org/officeDocument/2006/relationships" id="2147483661" r:id="R96729685d2074cac"/>
    <p:sldLayoutId xmlns:r="http://schemas.openxmlformats.org/officeDocument/2006/relationships" id="2147483662" r:id="Re8732d8f419842b6"/>
    <p:sldLayoutId xmlns:r="http://schemas.openxmlformats.org/officeDocument/2006/relationships" id="2147483663" r:id="Rd9d0ff2b70344ad5"/>
    <p:sldLayoutId xmlns:r="http://schemas.openxmlformats.org/officeDocument/2006/relationships" id="2147483664" r:id="Rf716ac972fa14102"/>
    <p:sldLayoutId xmlns:r="http://schemas.openxmlformats.org/officeDocument/2006/relationships" id="2147483665" r:id="Rad5a71cdaab74917"/>
    <p:sldLayoutId xmlns:r="http://schemas.openxmlformats.org/officeDocument/2006/relationships" id="2147483666" r:id="R8c9d20c5816f483d"/>
    <p:sldLayoutId xmlns:r="http://schemas.openxmlformats.org/officeDocument/2006/relationships" id="2147483667" r:id="Rc7e8836a938c4da3"/>
    <p:sldLayoutId xmlns:r="http://schemas.openxmlformats.org/officeDocument/2006/relationships" id="2147483668" r:id="R1325eabc7fe44ae0"/>
    <p:sldLayoutId xmlns:r="http://schemas.openxmlformats.org/officeDocument/2006/relationships" id="2147483669" r:id="Ree55af51a75f4f92"/>
    <p:sldLayoutId xmlns:r="http://schemas.openxmlformats.org/officeDocument/2006/relationships" id="2147483670" r:id="R535b5aa16a8d47fa"/>
  </p:sldLayoutIdLst>
</p:sldMaster>
</file>

<file path=ppt/slideMasters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6B173D"/>
      </a:accent1>
      <a:accent2>
        <a:srgbClr val="B79961"/>
      </a:accent2>
      <a:accent3>
        <a:srgbClr val="B79961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Libre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prstDash val="solid"/>
        </a:ln>
        <a:ln w="6350">
          <a:prstDash val="solid"/>
        </a:ln>
        <a:ln w="63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0.xml" Id="Rcdefaa55017a4dd5" /><Relationship Type="http://schemas.openxmlformats.org/officeDocument/2006/relationships/image" Target="/ppt/media/image.jpeg" Id="R12aaf17569d5407a" /><Relationship Type="http://schemas.openxmlformats.org/officeDocument/2006/relationships/image" Target="/ppt/media/image2.png" Id="Rc8b491bbe724458b" /><Relationship Type="http://schemas.openxmlformats.org/officeDocument/2006/relationships/notesSlide" Target="/ppt/notesSlides/notesSlide1.xml" Id="R330bc6db392d4f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79eba6189693460c" /><Relationship Type="http://schemas.openxmlformats.org/officeDocument/2006/relationships/notesSlide" Target="/ppt/notesSlides/notesSlide2.xml" Id="Ra1fd43218da54d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d37288145fbf4fa9" /><Relationship Type="http://schemas.openxmlformats.org/officeDocument/2006/relationships/notesSlide" Target="/ppt/notesSlides/notesSlide3.xml" Id="Rfdeb449620604c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47ea67b4a853416b" /><Relationship Type="http://schemas.openxmlformats.org/officeDocument/2006/relationships/image" Target="/ppt/media/image3.png" Id="R739c96c8f6e141d8" /><Relationship Type="http://schemas.openxmlformats.org/officeDocument/2006/relationships/notesSlide" Target="/ppt/notesSlides/notesSlide4.xml" Id="Rf5f4705b3fce40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b14ed63e42144336" /><Relationship Type="http://schemas.openxmlformats.org/officeDocument/2006/relationships/image" Target="/ppt/media/image4.png" Id="Re652a891f02f420d" /><Relationship Type="http://schemas.openxmlformats.org/officeDocument/2006/relationships/notesSlide" Target="/ppt/notesSlides/notesSlide5.xml" Id="R8b6edddb94624f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ce03bbd6d0e64dae" /><Relationship Type="http://schemas.openxmlformats.org/officeDocument/2006/relationships/image" Target="/ppt/media/image5.png" Id="R5a12903ba0d94a9b" /><Relationship Type="http://schemas.openxmlformats.org/officeDocument/2006/relationships/notesSlide" Target="/ppt/notesSlides/notesSlide6.xml" Id="Rb07a0b44a52b455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17e2ab81ff174e99" /><Relationship Type="http://schemas.openxmlformats.org/officeDocument/2006/relationships/notesSlide" Target="/ppt/notesSlides/notesSlide7.xml" Id="Rabfa86775dbd41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c8bb2fe7510445db" /><Relationship Type="http://schemas.openxmlformats.org/officeDocument/2006/relationships/notesSlide" Target="/ppt/notesSlides/notesSlide8.xml" Id="R87835faf796a41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dfcf54505fcd432a" /><Relationship Type="http://schemas.openxmlformats.org/officeDocument/2006/relationships/notesSlide" Target="/ppt/notesSlides/notesSlide9.xml" Id="R3589df248944404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e0c096cd45a34524" /><Relationship Type="http://schemas.openxmlformats.org/officeDocument/2006/relationships/image" Target="/ppt/media/image6.png" Id="Ra41c5ac4dff8444f" /><Relationship Type="http://schemas.openxmlformats.org/officeDocument/2006/relationships/notesSlide" Target="/ppt/notesSlides/notesSlide10.xml" Id="R8386d89d8030491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baa51d1b17e04dd1" /><Relationship Type="http://schemas.openxmlformats.org/officeDocument/2006/relationships/image" Target="/ppt/media/image7.png" Id="R9a4397835c47471b" /><Relationship Type="http://schemas.openxmlformats.org/officeDocument/2006/relationships/image" Target="/ppt/media/image8.png" Id="Rf098b6793501475a" /><Relationship Type="http://schemas.openxmlformats.org/officeDocument/2006/relationships/notesSlide" Target="/ppt/notesSlides/notesSlide11.xml" Id="R7aadf30ffce240e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5b652bd60e40428d" /><Relationship Type="http://schemas.openxmlformats.org/officeDocument/2006/relationships/image" Target="/ppt/media/image9.png" Id="R259937b4f9814902" /><Relationship Type="http://schemas.openxmlformats.org/officeDocument/2006/relationships/notesSlide" Target="/ppt/notesSlides/notesSlide12.xml" Id="R2676232a71984e2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7" name="Pict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aaf17569d5407a"/>
          <a:stretch xmlns:a="http://schemas.openxmlformats.org/drawingml/2006/main"/>
        </p:blipFill>
        <p:spPr>
          <a:xfrm xmlns:a="http://schemas.openxmlformats.org/drawingml/2006/main">
            <a:off x="0" y="0"/>
            <a:ext cx="12192120" cy="6858000"/>
          </a:xfrm>
          <a:prstGeom xmlns:a="http://schemas.openxmlformats.org/drawingml/2006/main" prst="rect">
            <a:avLst/>
          </a:prstGeom>
          <a:ln xmlns:a="http://schemas.openxmlformats.org/drawingml/2006/main" w="38160">
            <a:noFill/>
          </a:ln>
        </p:spPr>
      </p:pic>
      <p:sp>
        <p:nvSpPr>
          <p:cNvPr id="268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69AE2FB-E6C3-4584-B7DD-95D5BAC5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-360"/>
            <a:ext cx="12192120" cy="548172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gradFill xmlns:a="http://schemas.openxmlformats.org/drawingml/2006/main" rotWithShape="0">
            <a:gsLst>
              <a:gs pos="0">
                <a:srgbClr val="000000"/>
              </a:gs>
              <a:gs pos="100000">
                <a:srgbClr val="6B173D"/>
              </a:gs>
            </a:gsLst>
            <a:lin ang="5400000"/>
          </a:gra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0" name="Rectangle">
            <a:extLst xmlns:a="http://schemas.openxmlformats.org/drawingml/2006/main">
              <a:ext uri="{FF2B5EF4-FFF2-40B4-BE49-F238E27FC236}">
                <a16:creationId xmlns:a16="http://schemas.microsoft.com/office/drawing/2014/main" id="{27A06D78-8176-437C-91E2-A78DA856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360720"/>
            <a:ext cx="5271120" cy="288180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1" name="Rectangle">
            <a:extLst xmlns:a="http://schemas.openxmlformats.org/drawingml/2006/main">
              <a:ext uri="{FF2B5EF4-FFF2-40B4-BE49-F238E27FC236}">
                <a16:creationId xmlns:a16="http://schemas.microsoft.com/office/drawing/2014/main" id="{F3524E88-AB81-4CB2-B7C3-5ADF98DE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3242520"/>
            <a:ext cx="5271120" cy="186480"/>
          </a:xfrm>
          <a:custGeom xmlns:a="http://schemas.openxmlformats.org/drawingml/2006/main">
            <a:rect l="l" t="t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3816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281" name="SU Logo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b491bbe724458b"/>
          <a:stretch xmlns:a="http://schemas.openxmlformats.org/drawingml/2006/main"/>
        </p:blipFill>
        <p:spPr>
          <a:xfrm xmlns:a="http://schemas.openxmlformats.org/drawingml/2006/main">
            <a:off x="7878960" y="-80640"/>
            <a:ext cx="4463280" cy="1343160"/>
          </a:xfrm>
          <a:prstGeom xmlns:a="http://schemas.openxmlformats.org/drawingml/2006/main" prst="rect">
            <a:avLst/>
          </a:prstGeom>
          <a:ln xmlns:a="http://schemas.openxmlformats.org/drawingml/2006/main" w="19080">
            <a:noFill/>
          </a:ln>
        </p:spPr>
      </p:pic>
      <p:sp>
        <p:nvSpPr>
          <p:cNvPr id="273" name="Photo by ...">
            <a:extLst xmlns:a="http://schemas.openxmlformats.org/drawingml/2006/main">
              <a:ext uri="{FF2B5EF4-FFF2-40B4-BE49-F238E27FC236}">
                <a16:creationId xmlns:a16="http://schemas.microsoft.com/office/drawing/2014/main" id="{B7C6EAE7-E7B6-4028-968E-0CF5B714B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8960" y="6627240"/>
            <a:ext cx="1433160" cy="23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60">
            <a:noFill/>
          </a:ln>
        </p:spPr>
        <p:txBody>
          <a:bodyPr xmlns:a="http://schemas.openxmlformats.org/drawingml/2006/main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00" b="0" u="none">
                <a:solidFill>
                  <a:srgbClr val="F2F2F2"/>
                </a:solidFill>
                <a:latin typeface="Trebuchet MS"/>
                <a:ea typeface="Trebuchet MS"/>
                <a:cs typeface="Trebuchet MS"/>
              </a:rPr>
              <a:t>Photo by Stefan Els</a:t>
            </a:r>
          </a:p>
        </p:txBody>
      </p:sp>
      <p:sp>
        <p:nvSpPr>
          <p:cNvPr id="27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4B4B463-2BDA-4A0A-9699-93BFBEE252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90080" y="667440"/>
            <a:ext cx="4890960" cy="226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80">
            <a:noFill/>
          </a:ln>
        </p:spPr>
        <p:txBody>
          <a:bodyPr xmlns:a="http://schemas.openxmlformats.org/drawingml/2006/main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pPr indent="0" algn="l">
              <a:lnSpc>
                <a:spcPct val="90000"/>
              </a:lnSpc>
              <a:buNone/>
              <a:defRPr sz="2475" b="1">
                <a:solidFill>
                  <a:srgbClr val="FFFFFF"/>
                </a:solidFill>
              </a:defRPr>
            </a:pPr>
            <a:r>
              <a:rPr sz="2475" b="1" u="none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Species Distribution Models</a:t>
            </a:r>
          </a:p>
          <a:p xmlns:a="http://schemas.openxmlformats.org/drawingml/2006/main">
            <a:pPr indent="0" algn="l">
              <a:lnSpc>
                <a:spcPct val="90000"/>
              </a:lnSpc>
              <a:buNone/>
              <a:defRPr sz="2475" b="1">
                <a:solidFill>
                  <a:srgbClr val="FFFFFF"/>
                </a:solidFill>
              </a:defRPr>
            </a:pPr>
            <a:r>
              <a:rPr sz="2475" b="1" u="none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Foundations and applied modelling in R</a:t>
            </a:r>
          </a:p>
        </p:txBody>
      </p:sp>
    </p:spTree>
    <p:extLst>
      <p:ext uri="{BB962C8B-B14F-4D97-AF65-F5344CB8AC3E}">
        <p14:creationId xmlns:p14="http://schemas.microsoft.com/office/powerpoint/2010/main" val="15802341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B6010A-CA9D-4126-8DFB-2BFAC550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6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What does a species distribution model do?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23148F-2D45-4753-A1A9-A1AED3B1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9525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It links observed records to environmental conditions, then projects that relationship across space.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BDF85F-2138-46C3-A1A6-51667428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6B173D"/>
                </a:solidFill>
              </a:defRPr>
            </a:pPr>
            <a:r>
              <a:rPr sz="2250" b="1" i="0">
                <a:solidFill>
                  <a:srgbClr val="6B173D"/>
                </a:solidFill>
              </a:rPr>
              <a:t>Records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963E0F-17D0-4AE5-9FAC-1BA8FD42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67050"/>
            <a:ext cx="238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C6664"/>
                </a:solidFill>
              </a:defRPr>
            </a:pPr>
            <a:r>
              <a:rPr sz="1500" b="0" i="0">
                <a:solidFill>
                  <a:srgbClr val="5C6664"/>
                </a:solidFill>
              </a:rPr>
              <a:t>locations where the species was 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71CE66-57CB-442A-891B-8AE320CC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933700"/>
            <a:ext cx="781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B17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55A3D7-5574-4E9B-827F-3C2DE43F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55270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6B173D"/>
                </a:solidFill>
              </a:defRPr>
            </a:pPr>
            <a:r>
              <a:rPr sz="2250" b="1" i="0">
                <a:solidFill>
                  <a:srgbClr val="6B173D"/>
                </a:solidFill>
              </a:rPr>
              <a:t>Environment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E8C6F4-A61B-47B5-A273-AF46C04C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57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C6664"/>
                </a:solidFill>
              </a:defRPr>
            </a:pPr>
            <a:r>
              <a:rPr sz="1500" b="0" i="0">
                <a:solidFill>
                  <a:srgbClr val="5C6664"/>
                </a:solidFill>
              </a:rPr>
              <a:t>temperature, rainfall, seasonality, habitat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617ACF-65C1-45EB-83A9-AF841FD2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33700"/>
            <a:ext cx="781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B17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65B5B2-0EB4-444C-801D-1CF832C1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527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6B173D"/>
                </a:solidFill>
              </a:defRPr>
            </a:pPr>
            <a:r>
              <a:rPr sz="2250" b="1" i="0">
                <a:solidFill>
                  <a:srgbClr val="6B173D"/>
                </a:solidFill>
              </a:rPr>
              <a:t>Suitability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C9FCF4-E87E-4BDF-870C-A4ABC251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0670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C6664"/>
                </a:solidFill>
              </a:defRPr>
            </a:pPr>
            <a:r>
              <a:rPr sz="1500" b="0" i="0">
                <a:solidFill>
                  <a:srgbClr val="5C6664"/>
                </a:solidFill>
              </a:rPr>
              <a:t>a mapped hypothesis,</a:t>
            </a:r>
          </a:p>
          <a:p xmlns:a="http://schemas.openxmlformats.org/drawingml/2006/main">
            <a:pPr algn="ctr">
              <a:defRPr sz="1500" b="0" i="0">
                <a:solidFill>
                  <a:srgbClr val="5C6664"/>
                </a:solidFill>
              </a:defRPr>
            </a:pPr>
            <a:r>
              <a:rPr sz="1500" b="0" i="0">
                <a:solidFill>
                  <a:srgbClr val="5C6664"/>
                </a:solidFill>
              </a:rPr>
              <a:t>not proof of presence</a:t>
            </a:r>
          </a:p>
        </p:txBody>
      </p:sp>
    </p:spTree>
    <p:extLst>
      <p:ext uri="{BB962C8B-B14F-4D97-AF65-F5344CB8AC3E}">
        <p14:creationId xmlns:p14="http://schemas.microsoft.com/office/powerpoint/2010/main" val="1843291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C188DA-FBFE-454B-BBE9-51BCA9B8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6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Suitability is not the same as distribution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041E79-375D-407D-9EF0-72F38BF8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9525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Species may fail to occupy all suitable habitat, and records may miss places where the species occurs.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90D588-DF38-4D87-9562-F60CE483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982DA2-7B0A-40E7-8B45-59A6A246F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52625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11111"/>
                </a:solidFill>
              </a:defRPr>
            </a:pPr>
            <a:r>
              <a:rPr sz="1725" b="0" i="0">
                <a:solidFill>
                  <a:srgbClr val="111111"/>
                </a:solidFill>
              </a:rPr>
              <a:t>Abiotic conditions can limit survival or reproduction.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C4CB20-C711-4D76-A303-44601550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0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85338B-732C-45CD-93B2-D12A48F7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05075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11111"/>
                </a:solidFill>
              </a:defRPr>
            </a:pPr>
            <a:r>
              <a:rPr sz="1725" b="0" i="0">
                <a:solidFill>
                  <a:srgbClr val="111111"/>
                </a:solidFill>
              </a:rPr>
              <a:t>Biotic interactions can shape realised distributions.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AF984-0933-41AA-BC74-CDE354FB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52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A42DCF-A193-4AFD-9101-4ED7AFAE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57525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11111"/>
                </a:solidFill>
              </a:defRPr>
            </a:pPr>
            <a:r>
              <a:rPr sz="1725" b="0" i="0">
                <a:solidFill>
                  <a:srgbClr val="111111"/>
                </a:solidFill>
              </a:rPr>
              <a:t>Dispersal barriers can prevent occupation of suitable environments.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0A7E31-643D-44CB-B9FA-07DA4DCF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05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5AA1C5-95EE-43EE-8349-6D1BF0B2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9975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11111"/>
                </a:solidFill>
              </a:defRPr>
            </a:pPr>
            <a:r>
              <a:rPr sz="1725" b="0" i="0">
                <a:solidFill>
                  <a:srgbClr val="111111"/>
                </a:solidFill>
              </a:rPr>
              <a:t>Sampling effort changes what we observe.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6C8B8B-179A-48C9-B11F-2AA92D07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3429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F7"/>
          </a:solidFill>
          <a:ln xmlns:a="http://schemas.openxmlformats.org/drawingml/2006/main" w="9525">
            <a:solidFill>
              <a:srgbClr val="6B17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53CE7A-2EB3-4589-8256-48CE3D24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288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 i="0">
                <a:solidFill>
                  <a:srgbClr val="6B173D"/>
                </a:solidFill>
              </a:defRPr>
            </a:pPr>
            <a:r>
              <a:rPr sz="2325" b="1" i="0">
                <a:solidFill>
                  <a:srgbClr val="6B173D"/>
                </a:solidFill>
              </a:rPr>
              <a:t>SDM 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55631C-D7D2-4F1C-9845-A853B9E5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00990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5C6664"/>
                </a:solidFill>
              </a:defRPr>
            </a:pPr>
            <a:r>
              <a:rPr sz="1800" b="0" i="0">
                <a:solidFill>
                  <a:srgbClr val="5C6664"/>
                </a:solidFill>
              </a:rPr>
              <a:t>environmental suitability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3FBB75-41C0-4D02-8B3E-F1DCE442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54330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5C6664"/>
                </a:solidFill>
              </a:defRPr>
            </a:pPr>
            <a:r>
              <a:rPr sz="1650" b="0" i="0">
                <a:solidFill>
                  <a:srgbClr val="5C6664"/>
                </a:solidFill>
              </a:rPr>
              <a:t>a hypothesis for interpretation</a:t>
            </a:r>
          </a:p>
        </p:txBody>
      </p:sp>
    </p:spTree>
    <p:extLst>
      <p:ext uri="{BB962C8B-B14F-4D97-AF65-F5344CB8AC3E}">
        <p14:creationId xmlns:p14="http://schemas.microsoft.com/office/powerpoint/2010/main" val="1843291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D6219C-6283-47D4-AEFE-1936CDA9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6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Worked example: Aedes aegypti in Brazil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23C930-112A-4639-8C89-ACD2F4B2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9525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After the foundation, the workshop uses a dengue vector as a practical modelling case.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F698ED-68F7-4A48-A737-87D8A21E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264D9-8D76-47F0-9B78-1E5142F8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4629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11111"/>
                </a:solidFill>
              </a:defRPr>
            </a:pPr>
            <a:r>
              <a:rPr sz="1725" b="0" i="0">
                <a:solidFill>
                  <a:srgbClr val="111111"/>
                </a:solidFill>
              </a:rPr>
              <a:t>GBIF gives reusable occurrence records.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C513B6-2F76-473B-ABC8-DA365973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EC585D-488C-4186-875C-27D0AC41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4629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11111"/>
                </a:solidFill>
              </a:defRPr>
            </a:pPr>
            <a:r>
              <a:rPr sz="1725" b="0" i="0">
                <a:solidFill>
                  <a:srgbClr val="111111"/>
                </a:solidFill>
              </a:rPr>
              <a:t>Brazil provides a national-scale projection exercise.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2B348D-9265-4CAA-A219-DD02AD10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436B3D-ECFB-4D48-B4E4-92FFA27D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4629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11111"/>
                </a:solidFill>
              </a:defRPr>
            </a:pPr>
            <a:r>
              <a:rPr sz="1725" b="0" i="0">
                <a:solidFill>
                  <a:srgbClr val="111111"/>
                </a:solidFill>
              </a:rPr>
              <a:t>The model estimates vector suitability, not dengue risk.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43C150-3997-4112-AC3C-10FF8F9F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135A82-69B7-4867-BCDD-DED0C097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4629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11111"/>
                </a:solidFill>
              </a:defRPr>
            </a:pPr>
            <a:r>
              <a:rPr sz="1725" b="0" i="0">
                <a:solidFill>
                  <a:srgbClr val="111111"/>
                </a:solidFill>
              </a:rPr>
              <a:t>The same script can be adapted to other species.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9c96c8f6e141d8"/>
          <a:stretch xmlns:a="http://schemas.openxmlformats.org/drawingml/2006/main"/>
        </p:blipFill>
        <p:spPr>
          <a:xfrm xmlns:a="http://schemas.openxmlformats.org/drawingml/2006/main">
            <a:off x="6762750" y="1619250"/>
            <a:ext cx="4000500" cy="400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291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5F6064-BA57-4065-BA74-997295D9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6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Occurrence data: useful, messy, teachable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0CCB9E-E0CF-4B60-951D-BB77DCB4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9525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The first modelling decision is whether the records are good enough for the question.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52a891f02f420d"/>
          <a:stretch xmlns:a="http://schemas.openxmlformats.org/drawingml/2006/main"/>
        </p:blipFill>
        <p:spPr>
          <a:xfrm xmlns:a="http://schemas.openxmlformats.org/drawingml/2006/main">
            <a:off x="1009650" y="1562100"/>
            <a:ext cx="4000500" cy="40005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24BE28-076F-443D-A7F3-DA3E1AEA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6B173D"/>
                </a:solidFill>
              </a:defRPr>
            </a:pPr>
            <a:r>
              <a:rPr sz="2100" b="1" i="0">
                <a:solidFill>
                  <a:srgbClr val="6B173D"/>
                </a:solidFill>
              </a:rPr>
              <a:t>Before modelling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0E6773-8D19-451B-B884-EA540936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3F5DDD-D4FF-4F67-AD21-6CEED568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00300"/>
            <a:ext cx="3867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11111"/>
                </a:solidFill>
              </a:defRPr>
            </a:pPr>
            <a:r>
              <a:rPr sz="1650" b="0" i="0">
                <a:solidFill>
                  <a:srgbClr val="111111"/>
                </a:solidFill>
              </a:rPr>
              <a:t>Remove records without coordinates.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F9496A-3C05-4395-B095-B3DF017B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09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EFF6B5-F0BB-4680-83B6-3CA0CE28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14650"/>
            <a:ext cx="3867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11111"/>
                </a:solidFill>
              </a:defRPr>
            </a:pPr>
            <a:r>
              <a:rPr sz="1650" b="0" i="0">
                <a:solidFill>
                  <a:srgbClr val="111111"/>
                </a:solidFill>
              </a:rPr>
              <a:t>Check the study boundary.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7A8755-63B8-40D2-BCDB-A549D583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24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648704-443E-41BC-BE90-B84D67E6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29000"/>
            <a:ext cx="3867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11111"/>
                </a:solidFill>
              </a:defRPr>
            </a:pPr>
            <a:r>
              <a:rPr sz="1650" b="0" i="0">
                <a:solidFill>
                  <a:srgbClr val="111111"/>
                </a:solidFill>
              </a:rPr>
              <a:t>Thin duplicate raster cells.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A3CBC9-6B72-4483-A0AA-BFA231BC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1EBA2F-6558-4C5C-A053-C1F39483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43350"/>
            <a:ext cx="3867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11111"/>
                </a:solidFill>
              </a:defRPr>
            </a:pPr>
            <a:r>
              <a:rPr sz="1650" b="0" i="0">
                <a:solidFill>
                  <a:srgbClr val="111111"/>
                </a:solidFill>
              </a:rPr>
              <a:t>Keep a clean backup for live teaching.</a:t>
            </a:r>
          </a:p>
        </p:txBody>
      </p:sp>
    </p:spTree>
    <p:extLst>
      <p:ext uri="{BB962C8B-B14F-4D97-AF65-F5344CB8AC3E}">
        <p14:creationId xmlns:p14="http://schemas.microsoft.com/office/powerpoint/2010/main" val="18432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9E07CF-8CA1-4CF6-8851-0FD5ECBE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6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Predictors define the environmental lens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85974-76B8-4C2C-AEF5-DE39BD0B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9525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We keep four climate predictors so the first model is fast enough and interpretable enough for a 90-minute workshop.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12903ba0d94a9b"/>
          <a:stretch xmlns:a="http://schemas.openxmlformats.org/drawingml/2006/main"/>
        </p:blipFill>
        <p:spPr>
          <a:xfrm xmlns:a="http://schemas.openxmlformats.org/drawingml/2006/main">
            <a:off x="1143000" y="1571625"/>
            <a:ext cx="4000500" cy="40005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1ECF50-19B9-4A24-999F-BCBF8C65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82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6B173D"/>
                </a:solidFill>
              </a:defRPr>
            </a:pPr>
            <a:r>
              <a:rPr sz="2100" b="1" i="0">
                <a:solidFill>
                  <a:srgbClr val="6B173D"/>
                </a:solidFill>
              </a:rPr>
              <a:t>Workshop predictors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BB4C11-EE59-43E6-AA45-A693DF41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33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B2B65-BB08-4D71-A801-00CAAADE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38400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11111"/>
                </a:solidFill>
              </a:defRPr>
            </a:pPr>
            <a:r>
              <a:rPr sz="1650" b="0" i="0">
                <a:solidFill>
                  <a:srgbClr val="111111"/>
                </a:solidFill>
              </a:rPr>
              <a:t>Annual mean temperature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653946-1358-4ABD-95B7-817B3EBF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F436E6-9D8A-4584-9F4A-DD118585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52750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11111"/>
                </a:solidFill>
              </a:defRPr>
            </a:pPr>
            <a:r>
              <a:rPr sz="1650" b="0" i="0">
                <a:solidFill>
                  <a:srgbClr val="111111"/>
                </a:solidFill>
              </a:rPr>
              <a:t>Temperature seasonality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A0D3D1-D744-4364-9294-EB35FF45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62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D23327-1295-40A3-98C5-53BF43BE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467100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11111"/>
                </a:solidFill>
              </a:defRPr>
            </a:pPr>
            <a:r>
              <a:rPr sz="1650" b="0" i="0">
                <a:solidFill>
                  <a:srgbClr val="111111"/>
                </a:solidFill>
              </a:rPr>
              <a:t>Annual precipitation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EF5BA2-B234-4395-AAD5-60231DCC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76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1FF4F2-3FE8-489C-96BC-3C841A30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81450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11111"/>
                </a:solidFill>
              </a:defRPr>
            </a:pPr>
            <a:r>
              <a:rPr sz="1650" b="0" i="0">
                <a:solidFill>
                  <a:srgbClr val="111111"/>
                </a:solidFill>
              </a:rPr>
              <a:t>Precipitation seasonality</a:t>
            </a:r>
          </a:p>
        </p:txBody>
      </p:sp>
    </p:spTree>
    <p:extLst>
      <p:ext uri="{BB962C8B-B14F-4D97-AF65-F5344CB8AC3E}">
        <p14:creationId xmlns:p14="http://schemas.microsoft.com/office/powerpoint/2010/main" val="1843291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96A0BB-D2EF-48FB-9D3A-E6BDC3C0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6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Presence-only data require pseudo-absences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5B37C3-1A55-48B2-A4A3-332BD6B6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9525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Pseudo-absences are comparison points. They are not confirmed absences.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CA06E1-450B-41A3-8A6B-96581266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7813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6B173D"/>
                </a:solidFill>
              </a:defRPr>
            </a:pPr>
            <a:r>
              <a:rPr sz="2175" b="1" i="0">
                <a:solidFill>
                  <a:srgbClr val="6B173D"/>
                </a:solidFill>
              </a:rPr>
              <a:t>Presences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38E133-EDE0-41D6-965C-F85A7CC60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194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5C6664"/>
                </a:solidFill>
              </a:defRPr>
            </a:pPr>
            <a:r>
              <a:rPr sz="1425" b="0" i="0">
                <a:solidFill>
                  <a:srgbClr val="5C6664"/>
                </a:solidFill>
              </a:rPr>
              <a:t>known occurrence records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0D0F52-A85F-487E-9CD5-6E16D9CA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28950"/>
            <a:ext cx="7143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B17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1FE33D-23D6-4B9D-BDE7-FD6A8D33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6B173D"/>
                </a:solidFill>
              </a:defRPr>
            </a:pPr>
            <a:r>
              <a:rPr sz="2175" b="1" i="0">
                <a:solidFill>
                  <a:srgbClr val="6B173D"/>
                </a:solidFill>
              </a:rPr>
              <a:t>Pseudo-absences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FB5D20-D111-49C4-AB44-4506AE74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2194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5C6664"/>
                </a:solidFill>
              </a:defRPr>
            </a:pPr>
            <a:r>
              <a:rPr sz="1425" b="0" i="0">
                <a:solidFill>
                  <a:srgbClr val="5C6664"/>
                </a:solidFill>
              </a:rPr>
              <a:t>background contrast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6CF7D5-96C9-433F-A84D-B5306F29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028950"/>
            <a:ext cx="7143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B17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94CFFB-5000-40ED-9686-EBE54180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190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6B173D"/>
                </a:solidFill>
              </a:defRPr>
            </a:pPr>
            <a:r>
              <a:rPr sz="2175" b="1" i="0">
                <a:solidFill>
                  <a:srgbClr val="6B173D"/>
                </a:solidFill>
              </a:rPr>
              <a:t>Formatted</a:t>
            </a:r>
          </a:p>
          <a:p xmlns:a="http://schemas.openxmlformats.org/drawingml/2006/main">
            <a:pPr algn="ctr">
              <a:defRPr sz="2175" b="1" i="0">
                <a:solidFill>
                  <a:srgbClr val="6B173D"/>
                </a:solidFill>
              </a:defRPr>
            </a:pPr>
            <a:r>
              <a:rPr sz="2175" b="1" i="0">
                <a:solidFill>
                  <a:srgbClr val="6B173D"/>
                </a:solidFill>
              </a:rPr>
              <a:t>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303B10-AE4D-4F99-9BB6-E4FD52EA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052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5C6664"/>
                </a:solidFill>
              </a:defRPr>
            </a:pPr>
            <a:r>
              <a:rPr sz="1425" b="0" i="0">
                <a:solidFill>
                  <a:srgbClr val="5C6664"/>
                </a:solidFill>
              </a:rPr>
              <a:t>ready for biomod2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A9F9C1-E25E-470B-96A0-3E4A57A9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762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6B173D"/>
                </a:solidFill>
              </a:defRPr>
            </a:pPr>
            <a:r>
              <a:rPr sz="1800" b="1" i="0">
                <a:solidFill>
                  <a:srgbClr val="6B173D"/>
                </a:solidFill>
              </a:rPr>
              <a:t>In the script: BIOMOD_FormatingData()</a:t>
            </a:r>
          </a:p>
        </p:txBody>
      </p:sp>
    </p:spTree>
    <p:extLst>
      <p:ext uri="{BB962C8B-B14F-4D97-AF65-F5344CB8AC3E}">
        <p14:creationId xmlns:p14="http://schemas.microsoft.com/office/powerpoint/2010/main" val="1843291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57CF1C-32A9-4701-9A9E-46C65FF4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6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Three algorithms, three modelling assumptions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988D19-D5EC-463F-B2BB-F63552E6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9525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We use multiple algorithms to make model behaviour visible.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A279BD-0365-4750-A7D6-9A79BA59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90750"/>
            <a:ext cx="152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6B173D"/>
                </a:solidFill>
              </a:defRPr>
            </a:pPr>
            <a:r>
              <a:rPr sz="3300" b="1" i="0">
                <a:solidFill>
                  <a:srgbClr val="6B173D"/>
                </a:solidFill>
              </a:rPr>
              <a:t>GLM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C7084A-BA41-4C5E-9642-9A4FD588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00350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B17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BA67E0-DB1D-4F4F-B159-C6EA3ACA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11111"/>
                </a:solidFill>
              </a:defRPr>
            </a:pPr>
            <a:r>
              <a:rPr sz="1650" b="1" i="0">
                <a:solidFill>
                  <a:srgbClr val="111111"/>
                </a:solidFill>
              </a:rPr>
              <a:t>transparent statistical trend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9126E6-A5C5-4D19-91B8-D4734EC6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5C6664"/>
                </a:solidFill>
              </a:defRPr>
            </a:pPr>
            <a:r>
              <a:rPr sz="1350" b="0" i="0">
                <a:solidFill>
                  <a:srgbClr val="5C6664"/>
                </a:solidFill>
              </a:rPr>
              <a:t>simpler shape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9CD09E-F518-4B26-8906-1B1004F8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90750"/>
            <a:ext cx="152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6B173D"/>
                </a:solidFill>
              </a:defRPr>
            </a:pPr>
            <a:r>
              <a:rPr sz="3300" b="1" i="0">
                <a:solidFill>
                  <a:srgbClr val="6B173D"/>
                </a:solidFill>
              </a:rPr>
              <a:t>GBM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40BD51-EE51-45B6-8E66-8BB74279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00350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B17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C1F0EB-2CB2-4A60-8572-9358BF53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6230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11111"/>
                </a:solidFill>
              </a:defRPr>
            </a:pPr>
            <a:r>
              <a:rPr sz="1650" b="1" i="0">
                <a:solidFill>
                  <a:srgbClr val="111111"/>
                </a:solidFill>
              </a:rPr>
              <a:t>boosted sequence of trees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C824FA-DAB5-4B27-9ED4-306DFA19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00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5C6664"/>
                </a:solidFill>
              </a:defRPr>
            </a:pPr>
            <a:r>
              <a:rPr sz="1350" b="0" i="0">
                <a:solidFill>
                  <a:srgbClr val="5C6664"/>
                </a:solidFill>
              </a:rPr>
              <a:t>flexible shape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3EAF5-703D-4196-A6B7-3FACA4A4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152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6B173D"/>
                </a:solidFill>
              </a:defRPr>
            </a:pPr>
            <a:r>
              <a:rPr sz="3300" b="1" i="0">
                <a:solidFill>
                  <a:srgbClr val="6B173D"/>
                </a:solidFill>
              </a:rPr>
              <a:t>RF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4D62CF-21C0-4664-803C-2E74D6A8F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00350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B17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9BE09D-3C16-401D-BC2E-BEF5C3B3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11111"/>
                </a:solidFill>
              </a:defRPr>
            </a:pPr>
            <a:r>
              <a:rPr sz="1650" b="1" i="0">
                <a:solidFill>
                  <a:srgbClr val="111111"/>
                </a:solidFill>
              </a:rPr>
              <a:t>many trees voting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5B3626-97C5-4986-981E-3A261FBF8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00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5C6664"/>
                </a:solidFill>
              </a:defRPr>
            </a:pPr>
            <a:r>
              <a:rPr sz="1350" b="0" i="0">
                <a:solidFill>
                  <a:srgbClr val="5C6664"/>
                </a:solidFill>
              </a:rPr>
              <a:t>robust shape</a:t>
            </a:r>
          </a:p>
        </p:txBody>
      </p:sp>
    </p:spTree>
    <p:extLst>
      <p:ext uri="{BB962C8B-B14F-4D97-AF65-F5344CB8AC3E}">
        <p14:creationId xmlns:p14="http://schemas.microsoft.com/office/powerpoint/2010/main" val="1843291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EC76C5-251E-4974-BC30-D07F57B0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6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Evaluation asks whether predictions generalise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7A147E-3A75-4A61-A25A-359A2950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9525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Good scores make the model worth inspecting. They do not make the map true.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CACF2B-554E-4F28-89C8-CF68C12C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812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6B173D"/>
                </a:solidFill>
              </a:defRPr>
            </a:pPr>
            <a:r>
              <a:rPr sz="1875" b="1" i="0">
                <a:solidFill>
                  <a:srgbClr val="6B173D"/>
                </a:solidFill>
              </a:rPr>
              <a:t>Training data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9CE381-336D-4A3A-BAC9-5905901B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00300"/>
            <a:ext cx="6667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B17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19EEBA-5A65-4A4C-B581-8FA8508E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3812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111111"/>
                </a:solidFill>
              </a:defRPr>
            </a:pPr>
            <a:r>
              <a:rPr sz="1875" b="1" i="0">
                <a:solidFill>
                  <a:srgbClr val="111111"/>
                </a:solidFill>
              </a:rPr>
              <a:t>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88033E-0EF9-4DEF-BF93-737F96C02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00300"/>
            <a:ext cx="6667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B17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853A83-0E62-4B9D-A85C-BA56075E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6B173D"/>
                </a:solidFill>
              </a:defRPr>
            </a:pPr>
            <a:r>
              <a:rPr sz="1875" b="1" i="0">
                <a:solidFill>
                  <a:srgbClr val="6B173D"/>
                </a:solidFill>
              </a:rPr>
              <a:t>Test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075CF1-336B-4BCF-99D6-01CD8169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810000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6B173D"/>
                </a:solidFill>
              </a:defRPr>
            </a:pPr>
            <a:r>
              <a:rPr sz="3150" b="1" i="0">
                <a:solidFill>
                  <a:srgbClr val="6B173D"/>
                </a:solidFill>
              </a:rPr>
              <a:t>TSS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C6F7C3-98AA-4D06-9B59-C9D801A6F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1960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C6664"/>
                </a:solidFill>
              </a:defRPr>
            </a:pPr>
            <a:r>
              <a:rPr sz="1500" b="0" i="0">
                <a:solidFill>
                  <a:srgbClr val="5C6664"/>
                </a:solidFill>
              </a:rPr>
              <a:t>threshold-based balance of sensitivity and specificity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95DD61-C217-48B3-8DFB-9B84503B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810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6B173D"/>
                </a:solidFill>
              </a:defRPr>
            </a:pPr>
            <a:r>
              <a:rPr sz="3150" b="1" i="0">
                <a:solidFill>
                  <a:srgbClr val="6B173D"/>
                </a:solidFill>
              </a:rPr>
              <a:t>AUCroc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BAC69A-F188-43AD-A00A-D7907AF0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196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C6664"/>
                </a:solidFill>
              </a:defRPr>
            </a:pPr>
            <a:r>
              <a:rPr sz="1500" b="0" i="0">
                <a:solidFill>
                  <a:srgbClr val="5C6664"/>
                </a:solidFill>
              </a:rPr>
              <a:t>threshold-independent ranking of presences above absences</a:t>
            </a:r>
          </a:p>
        </p:txBody>
      </p:sp>
    </p:spTree>
    <p:extLst>
      <p:ext uri="{BB962C8B-B14F-4D97-AF65-F5344CB8AC3E}">
        <p14:creationId xmlns:p14="http://schemas.microsoft.com/office/powerpoint/2010/main" val="1843291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0180C0-6BE7-4FBB-A665-ABCEABCE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6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Variable importance: from output to questions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5D195A-4B24-4C3F-BC93-BE3E2B38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9525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Importance is model sensitivity, not biological proof.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c5ac4dff8444f"/>
          <a:stretch xmlns:a="http://schemas.openxmlformats.org/drawingml/2006/main"/>
        </p:blipFill>
        <p:spPr>
          <a:xfrm xmlns:a="http://schemas.openxmlformats.org/drawingml/2006/main">
            <a:off x="704850" y="1571625"/>
            <a:ext cx="6400800" cy="40005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91A357-4B57-4739-83A3-01B433E8E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097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6B173D"/>
                </a:solidFill>
              </a:defRPr>
            </a:pPr>
            <a:r>
              <a:rPr sz="2250" b="1" i="0">
                <a:solidFill>
                  <a:srgbClr val="6B173D"/>
                </a:solidFill>
              </a:rPr>
              <a:t>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E04F39-8568-4564-8A08-E98DBB0B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71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B74E17-F546-4CE4-8A87-53490473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76500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11111"/>
                </a:solidFill>
              </a:defRPr>
            </a:pPr>
            <a:r>
              <a:rPr sz="1575" b="0" i="0">
                <a:solidFill>
                  <a:srgbClr val="111111"/>
                </a:solidFill>
              </a:rPr>
              <a:t>Which predictors changed predictions most?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59E108-BA95-42F7-88FB-53A37923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95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0326B2-4F09-462C-A348-E4543214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00400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11111"/>
                </a:solidFill>
              </a:defRPr>
            </a:pPr>
            <a:r>
              <a:rPr sz="1575" b="0" i="0">
                <a:solidFill>
                  <a:srgbClr val="111111"/>
                </a:solidFill>
              </a:rPr>
              <a:t>Do GLM, GBM, and RF agree?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A66A7-63B6-41A0-BB9F-3390B979B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19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FF4A25-2324-44BC-A118-49427A68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24300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11111"/>
                </a:solidFill>
              </a:defRPr>
            </a:pPr>
            <a:r>
              <a:rPr sz="1575" b="0" i="0">
                <a:solidFill>
                  <a:srgbClr val="111111"/>
                </a:solidFill>
              </a:rPr>
              <a:t>Could this be ecology, sampling, or correlation?</a:t>
            </a:r>
          </a:p>
        </p:txBody>
      </p:sp>
    </p:spTree>
    <p:extLst>
      <p:ext uri="{BB962C8B-B14F-4D97-AF65-F5344CB8AC3E}">
        <p14:creationId xmlns:p14="http://schemas.microsoft.com/office/powerpoint/2010/main" val="1843291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344300-35EB-4B2C-A163-3FA708F9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6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Ensembles and projections make choices visible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306A56-22C8-4756-A2F1-B973C900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9525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The map is a synthesis of model behaviour across Brazil.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4397835c47471b"/>
          <a:stretch xmlns:a="http://schemas.openxmlformats.org/drawingml/2006/main"/>
        </p:blipFill>
        <p:spPr>
          <a:xfrm xmlns:a="http://schemas.openxmlformats.org/drawingml/2006/main">
            <a:off x="972911" y="1571625"/>
            <a:ext cx="4245429" cy="3714750"/>
          </a:xfrm>
          <a:prstGeom xmlns:a="http://schemas.openxmlformats.org/drawingml/2006/main" prst="rect">
            <a:avLst/>
          </a:prstGeom>
        </p:spPr>
      </p:pic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98b6793501475a"/>
          <a:stretch xmlns:a="http://schemas.openxmlformats.org/drawingml/2006/main"/>
        </p:blipFill>
        <p:spPr>
          <a:xfrm xmlns:a="http://schemas.openxmlformats.org/drawingml/2006/main">
            <a:off x="6973661" y="1571625"/>
            <a:ext cx="4245429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FE50DD-0FC0-4501-B017-5666F7FC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768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6B173D"/>
                </a:solidFill>
              </a:defRPr>
            </a:pPr>
            <a:r>
              <a:rPr sz="1500" b="1" i="0">
                <a:solidFill>
                  <a:srgbClr val="6B173D"/>
                </a:solidFill>
              </a:rPr>
              <a:t>individual model average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D5F591-55BA-4A46-B32D-E48E9CC1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4768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6B173D"/>
                </a:solidFill>
              </a:defRPr>
            </a:pPr>
            <a:r>
              <a:rPr sz="1500" b="1" i="0">
                <a:solidFill>
                  <a:srgbClr val="6B173D"/>
                </a:solidFill>
              </a:rPr>
              <a:t>ensemble projection</a:t>
            </a:r>
          </a:p>
        </p:txBody>
      </p:sp>
    </p:spTree>
    <p:extLst>
      <p:ext uri="{BB962C8B-B14F-4D97-AF65-F5344CB8AC3E}">
        <p14:creationId xmlns:p14="http://schemas.microsoft.com/office/powerpoint/2010/main" val="18432912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5D611E-FBD4-4CB9-81FC-150E9BB7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67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A good SDM should sharpen the next conversation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07E247-DFE3-4432-B827-48AB8FE0B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9525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Now we build the model line by line in R.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9937b4f9814902"/>
          <a:stretch xmlns:a="http://schemas.openxmlformats.org/drawingml/2006/main"/>
        </p:blipFill>
        <p:spPr>
          <a:xfrm xmlns:a="http://schemas.openxmlformats.org/drawingml/2006/main">
            <a:off x="762000" y="1718072"/>
            <a:ext cx="4095750" cy="358378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87A2AE-F0F0-4A11-B702-4058649F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6B173D"/>
                </a:solidFill>
              </a:defRPr>
            </a:pPr>
            <a:r>
              <a:rPr sz="2175" b="1" i="0">
                <a:solidFill>
                  <a:srgbClr val="6B173D"/>
                </a:solidFill>
              </a:rPr>
              <a:t>Before acting on a map, ask: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995534-0795-47C1-83CE-F000C31B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95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4D50F3-1CB3-4A26-911E-5709FF9D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00300"/>
            <a:ext cx="3867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11111"/>
                </a:solidFill>
              </a:defRPr>
            </a:pPr>
            <a:r>
              <a:rPr sz="1575" b="0" i="0">
                <a:solidFill>
                  <a:srgbClr val="111111"/>
                </a:solidFill>
              </a:rPr>
              <a:t>Where is suitability high or low?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686311-8F66-47AA-9EC2-F2D1D6719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90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5977AE-C795-4542-8CCC-7D3FCCAA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95600"/>
            <a:ext cx="3867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11111"/>
                </a:solidFill>
              </a:defRPr>
            </a:pPr>
            <a:r>
              <a:rPr sz="1575" b="0" i="0">
                <a:solidFill>
                  <a:srgbClr val="111111"/>
                </a:solidFill>
              </a:rPr>
              <a:t>Where are the data thin?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966852-B1C7-4BF1-B4D3-A1295592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86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A2E966-962D-4DB7-AE4B-54F35140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390900"/>
            <a:ext cx="3867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11111"/>
                </a:solidFill>
              </a:defRPr>
            </a:pPr>
            <a:r>
              <a:rPr sz="1575" b="0" i="0">
                <a:solidFill>
                  <a:srgbClr val="111111"/>
                </a:solidFill>
              </a:rPr>
              <a:t>What could be sampling bias?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18659D-1C07-40E1-9D4E-7DA86E58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81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6EAFDB-8A99-4B61-93E8-E9B48E12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86200"/>
            <a:ext cx="3867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11111"/>
                </a:solidFill>
              </a:defRPr>
            </a:pPr>
            <a:r>
              <a:rPr sz="1575" b="0" i="0">
                <a:solidFill>
                  <a:srgbClr val="111111"/>
                </a:solidFill>
              </a:rPr>
              <a:t>Which predictor story is plausible?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78E548-303F-4A52-B16A-0FA543D4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99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9A4581-161F-4553-B097-C34CAE83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3867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11111"/>
                </a:solidFill>
              </a:defRPr>
            </a:pPr>
            <a:r>
              <a:rPr sz="1575" b="0" i="0">
                <a:solidFill>
                  <a:srgbClr val="111111"/>
                </a:solidFill>
              </a:rPr>
              <a:t>What dengue surveillance data would you add?</a:t>
            </a:r>
          </a:p>
        </p:txBody>
      </p:sp>
    </p:spTree>
    <p:extLst>
      <p:ext uri="{BB962C8B-B14F-4D97-AF65-F5344CB8AC3E}">
        <p14:creationId xmlns:p14="http://schemas.microsoft.com/office/powerpoint/2010/main" val="184329128"/>
      </p:ext>
    </p:extLst>
  </p:cSld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6B173D"/>
      </a:accent1>
      <a:accent2>
        <a:srgbClr val="B79961"/>
      </a:accent2>
      <a:accent3>
        <a:srgbClr val="B79961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Libre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prstDash val="solid"/>
        </a:ln>
        <a:ln w="6350">
          <a:prstDash val="solid"/>
        </a:ln>
        <a:ln w="63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2026-07-28T06:38:08.3170000Z</dcterms:created>
  <dcterms:modified xsi:type="dcterms:W3CDTF">2026-07-28T06:38:08.3170000Z</dcterms:modified>
</coreProperties>
</file>